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Corbel" panose="020B050302020402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juxRVYgn7x8xALdtUWR2iZTGms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2C6AEE-A765-4706-A8F8-8BFAA8479E8B}">
  <a:tblStyle styleId="{BD2C6AEE-A765-4706-A8F8-8BFAA8479E8B}"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 styleId="{1E186B5F-7873-47BF-8CBB-69CF4E7745AE}"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AF1"/>
          </a:solidFill>
        </a:fill>
      </a:tcStyle>
    </a:wholeTbl>
    <a:band1H>
      <a:tcTxStyle/>
      <a:tcStyle>
        <a:tcBdr/>
        <a:fill>
          <a:solidFill>
            <a:srgbClr val="CED2E2"/>
          </a:solidFill>
        </a:fill>
      </a:tcStyle>
    </a:band1H>
    <a:band2H>
      <a:tcTxStyle/>
      <a:tcStyle>
        <a:tcBdr/>
      </a:tcStyle>
    </a:band2H>
    <a:band1V>
      <a:tcTxStyle/>
      <a:tcStyle>
        <a:tcBdr/>
        <a:fill>
          <a:solidFill>
            <a:srgbClr val="CED2E2"/>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6"/>
          <p:cNvSpPr/>
          <p:nvPr/>
        </p:nvSpPr>
        <p:spPr>
          <a:xfrm>
            <a:off x="284163" y="444728"/>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b="0" i="0" u="none" strike="noStrike" cap="none">
              <a:solidFill>
                <a:schemeClr val="lt1"/>
              </a:solidFill>
              <a:latin typeface="Corbel"/>
              <a:ea typeface="Corbel"/>
              <a:cs typeface="Corbel"/>
              <a:sym typeface="Corbel"/>
            </a:endParaRPr>
          </a:p>
        </p:txBody>
      </p:sp>
      <p:grpSp>
        <p:nvGrpSpPr>
          <p:cNvPr id="20" name="Google Shape;20;p26"/>
          <p:cNvGrpSpPr/>
          <p:nvPr/>
        </p:nvGrpSpPr>
        <p:grpSpPr>
          <a:xfrm>
            <a:off x="284163" y="1906542"/>
            <a:ext cx="8576373" cy="137411"/>
            <a:chOff x="284163" y="1759424"/>
            <a:chExt cx="8576373" cy="137411"/>
          </a:xfrm>
        </p:grpSpPr>
        <p:sp>
          <p:nvSpPr>
            <p:cNvPr id="21" name="Google Shape;21;p26"/>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26"/>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26"/>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24" name="Google Shape;24;p26"/>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6"/>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a:endParaRPr/>
          </a:p>
        </p:txBody>
      </p:sp>
      <p:sp>
        <p:nvSpPr>
          <p:cNvPr id="26" name="Google Shape;26;p26"/>
          <p:cNvSpPr/>
          <p:nvPr/>
        </p:nvSpPr>
        <p:spPr>
          <a:xfrm>
            <a:off x="284163" y="6227064"/>
            <a:ext cx="8574087" cy="173736"/>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7" name="Google Shape;27;p26" descr="Image result for AIUB logo"/>
          <p:cNvPicPr preferRelativeResize="0"/>
          <p:nvPr/>
        </p:nvPicPr>
        <p:blipFill rotWithShape="1">
          <a:blip r:embed="rId2">
            <a:alphaModFix/>
          </a:blip>
          <a:srcRect/>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27"/>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7"/>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1" name="Google Shape;31;p27"/>
          <p:cNvGrpSpPr/>
          <p:nvPr/>
        </p:nvGrpSpPr>
        <p:grpSpPr>
          <a:xfrm>
            <a:off x="284164" y="452718"/>
            <a:ext cx="7365210" cy="137411"/>
            <a:chOff x="284163" y="1577847"/>
            <a:chExt cx="8576373" cy="137411"/>
          </a:xfrm>
        </p:grpSpPr>
        <p:sp>
          <p:nvSpPr>
            <p:cNvPr id="32" name="Google Shape;32;p27"/>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 name="Google Shape;33;p27"/>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 name="Google Shape;34;p27"/>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35" name="Google Shape;35;p27" descr="Image result for AIUB logo"/>
          <p:cNvPicPr preferRelativeResize="0"/>
          <p:nvPr/>
        </p:nvPicPr>
        <p:blipFill rotWithShape="1">
          <a:blip r:embed="rId2">
            <a:alphaModFix/>
          </a:blip>
          <a:srcRect/>
          <a:stretch/>
        </p:blipFill>
        <p:spPr>
          <a:xfrm>
            <a:off x="7649374" y="55844"/>
            <a:ext cx="1279161" cy="1287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28"/>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8" name="Google Shape;38;p28"/>
          <p:cNvGrpSpPr/>
          <p:nvPr/>
        </p:nvGrpSpPr>
        <p:grpSpPr>
          <a:xfrm>
            <a:off x="284163" y="1577847"/>
            <a:ext cx="8576373" cy="137411"/>
            <a:chOff x="284163" y="1577847"/>
            <a:chExt cx="8576373" cy="137411"/>
          </a:xfrm>
        </p:grpSpPr>
        <p:sp>
          <p:nvSpPr>
            <p:cNvPr id="39" name="Google Shape;39;p28"/>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28"/>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28"/>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2" name="Google Shape;42;p28"/>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8"/>
          <p:cNvSpPr txBox="1">
            <a:spLocks noGrp="1"/>
          </p:cNvSpPr>
          <p:nvPr>
            <p:ph type="body" idx="1"/>
          </p:nvPr>
        </p:nvSpPr>
        <p:spPr>
          <a:xfrm>
            <a:off x="1781503" y="2133600"/>
            <a:ext cx="7076747" cy="3992563"/>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44" name="Google Shape;44;p28"/>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8"/>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8"/>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with Picture">
  <p:cSld name="Title Slide with Picture">
    <p:spTree>
      <p:nvGrpSpPr>
        <p:cNvPr id="1" name="Shape 47"/>
        <p:cNvGrpSpPr/>
        <p:nvPr/>
      </p:nvGrpSpPr>
      <p:grpSpPr>
        <a:xfrm>
          <a:off x="0" y="0"/>
          <a:ext cx="0" cy="0"/>
          <a:chOff x="0" y="0"/>
          <a:chExt cx="0" cy="0"/>
        </a:xfrm>
      </p:grpSpPr>
      <p:sp>
        <p:nvSpPr>
          <p:cNvPr id="48" name="Google Shape;48;p29"/>
          <p:cNvSpPr/>
          <p:nvPr/>
        </p:nvSpPr>
        <p:spPr>
          <a:xfrm>
            <a:off x="284163" y="444728"/>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sp>
        <p:nvSpPr>
          <p:cNvPr id="49" name="Google Shape;49;p29"/>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9"/>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9"/>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29"/>
          <p:cNvSpPr>
            <a:spLocks noGrp="1"/>
          </p:cNvSpPr>
          <p:nvPr>
            <p:ph type="pic" idx="2"/>
          </p:nvPr>
        </p:nvSpPr>
        <p:spPr>
          <a:xfrm>
            <a:off x="284162" y="2017058"/>
            <a:ext cx="8574087" cy="4377391"/>
          </a:xfrm>
          <a:prstGeom prst="rect">
            <a:avLst/>
          </a:prstGeom>
          <a:noFill/>
          <a:ln>
            <a:noFill/>
          </a:ln>
        </p:spPr>
      </p:sp>
      <p:sp>
        <p:nvSpPr>
          <p:cNvPr id="53" name="Google Shape;53;p29"/>
          <p:cNvSpPr txBox="1">
            <a:spLocks noGrp="1"/>
          </p:cNvSpPr>
          <p:nvPr>
            <p:ph type="subTitle" idx="1"/>
          </p:nvPr>
        </p:nvSpPr>
        <p:spPr>
          <a:xfrm>
            <a:off x="472420" y="1532965"/>
            <a:ext cx="7754284" cy="484094"/>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1620"/>
              <a:buNone/>
              <a:defRPr sz="1800">
                <a:solidFill>
                  <a:schemeClr val="lt1"/>
                </a:solidFill>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a:endParaRPr/>
          </a:p>
        </p:txBody>
      </p:sp>
      <p:grpSp>
        <p:nvGrpSpPr>
          <p:cNvPr id="54" name="Google Shape;54;p29"/>
          <p:cNvGrpSpPr/>
          <p:nvPr/>
        </p:nvGrpSpPr>
        <p:grpSpPr>
          <a:xfrm>
            <a:off x="284163" y="1906542"/>
            <a:ext cx="8576373" cy="137411"/>
            <a:chOff x="284163" y="1759424"/>
            <a:chExt cx="8576373" cy="137411"/>
          </a:xfrm>
        </p:grpSpPr>
        <p:sp>
          <p:nvSpPr>
            <p:cNvPr id="55" name="Google Shape;55;p29"/>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56;p29"/>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 name="Google Shape;57;p29"/>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8" name="Google Shape;58;p29"/>
          <p:cNvSpPr txBox="1"/>
          <p:nvPr/>
        </p:nvSpPr>
        <p:spPr>
          <a:xfrm>
            <a:off x="8230889" y="444728"/>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59" name="Google Shape;59;p29"/>
          <p:cNvSpPr txBox="1">
            <a:spLocks noGrp="1"/>
          </p:cNvSpPr>
          <p:nvPr>
            <p:ph type="ctrTitle"/>
          </p:nvPr>
        </p:nvSpPr>
        <p:spPr>
          <a:xfrm>
            <a:off x="418633" y="444728"/>
            <a:ext cx="7810967" cy="1088237"/>
          </a:xfrm>
          <a:prstGeom prst="rect">
            <a:avLst/>
          </a:prstGeom>
          <a:noFill/>
          <a:ln>
            <a:noFill/>
          </a:ln>
        </p:spPr>
        <p:txBody>
          <a:bodyPr spcFirstLastPara="1" wrap="square" lIns="91425" tIns="45700" rIns="91425" bIns="45700" anchor="b" anchorCtr="0">
            <a:normAutofit/>
          </a:bodyPr>
          <a:lstStyle>
            <a:lvl1pPr lvl="0" algn="l">
              <a:lnSpc>
                <a:spcPct val="109523"/>
              </a:lnSpc>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30"/>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62" name="Google Shape;62;p30"/>
          <p:cNvGrpSpPr/>
          <p:nvPr/>
        </p:nvGrpSpPr>
        <p:grpSpPr>
          <a:xfrm>
            <a:off x="284163" y="6263389"/>
            <a:ext cx="8576373" cy="137411"/>
            <a:chOff x="284163" y="1759424"/>
            <a:chExt cx="8576373" cy="137411"/>
          </a:xfrm>
        </p:grpSpPr>
        <p:sp>
          <p:nvSpPr>
            <p:cNvPr id="63" name="Google Shape;63;p30"/>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30"/>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 name="Google Shape;65;p30"/>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6" name="Google Shape;66;p30"/>
          <p:cNvSpPr txBox="1"/>
          <p:nvPr/>
        </p:nvSpPr>
        <p:spPr>
          <a:xfrm>
            <a:off x="8230889" y="4801575"/>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67" name="Google Shape;67;p30"/>
          <p:cNvSpPr txBox="1">
            <a:spLocks noGrp="1"/>
          </p:cNvSpPr>
          <p:nvPr>
            <p:ph type="title"/>
          </p:nvPr>
        </p:nvSpPr>
        <p:spPr>
          <a:xfrm>
            <a:off x="429768" y="4814125"/>
            <a:ext cx="777240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200"/>
              <a:buFont typeface="Corbel"/>
              <a:buNone/>
              <a:defRPr sz="42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30"/>
          <p:cNvSpPr txBox="1">
            <a:spLocks noGrp="1"/>
          </p:cNvSpPr>
          <p:nvPr>
            <p:ph type="body" idx="1"/>
          </p:nvPr>
        </p:nvSpPr>
        <p:spPr>
          <a:xfrm>
            <a:off x="475488" y="5861304"/>
            <a:ext cx="7735824" cy="402336"/>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20"/>
              <a:buNone/>
              <a:defRPr sz="1800">
                <a:solidFill>
                  <a:schemeClr val="lt1"/>
                </a:solidFill>
                <a:latin typeface="Calibri"/>
                <a:ea typeface="Calibri"/>
                <a:cs typeface="Calibri"/>
                <a:sym typeface="Calibri"/>
              </a:defRPr>
            </a:lvl1pPr>
            <a:lvl2pPr marL="914400" lvl="1" indent="-228600" algn="l">
              <a:spcBef>
                <a:spcPts val="600"/>
              </a:spcBef>
              <a:spcAft>
                <a:spcPts val="0"/>
              </a:spcAft>
              <a:buSzPts val="1620"/>
              <a:buNone/>
              <a:defRPr sz="1800">
                <a:solidFill>
                  <a:srgbClr val="888888"/>
                </a:solidFill>
              </a:defRPr>
            </a:lvl2pPr>
            <a:lvl3pPr marL="1371600" lvl="2" indent="-228600" algn="l">
              <a:spcBef>
                <a:spcPts val="600"/>
              </a:spcBef>
              <a:spcAft>
                <a:spcPts val="0"/>
              </a:spcAft>
              <a:buSzPts val="1440"/>
              <a:buNone/>
              <a:defRPr sz="1600">
                <a:solidFill>
                  <a:srgbClr val="888888"/>
                </a:solidFill>
              </a:defRPr>
            </a:lvl3pPr>
            <a:lvl4pPr marL="1828800" lvl="3" indent="-228600" algn="l">
              <a:spcBef>
                <a:spcPts val="600"/>
              </a:spcBef>
              <a:spcAft>
                <a:spcPts val="0"/>
              </a:spcAft>
              <a:buSzPts val="1260"/>
              <a:buNone/>
              <a:defRPr sz="1400">
                <a:solidFill>
                  <a:srgbClr val="888888"/>
                </a:solidFill>
              </a:defRPr>
            </a:lvl4pPr>
            <a:lvl5pPr marL="2286000" lvl="4" indent="-228600" algn="l">
              <a:spcBef>
                <a:spcPts val="600"/>
              </a:spcBef>
              <a:spcAft>
                <a:spcPts val="0"/>
              </a:spcAft>
              <a:buSzPts val="1260"/>
              <a:buNone/>
              <a:defRPr sz="1400">
                <a:solidFill>
                  <a:srgbClr val="888888"/>
                </a:solidFill>
              </a:defRPr>
            </a:lvl5pPr>
            <a:lvl6pPr marL="2743200" lvl="5" indent="-228600" algn="l">
              <a:spcBef>
                <a:spcPts val="600"/>
              </a:spcBef>
              <a:spcAft>
                <a:spcPts val="0"/>
              </a:spcAft>
              <a:buSzPts val="1260"/>
              <a:buNone/>
              <a:defRPr sz="1400">
                <a:solidFill>
                  <a:srgbClr val="888888"/>
                </a:solidFill>
              </a:defRPr>
            </a:lvl6pPr>
            <a:lvl7pPr marL="3200400" lvl="6" indent="-228600" algn="l">
              <a:spcBef>
                <a:spcPts val="600"/>
              </a:spcBef>
              <a:spcAft>
                <a:spcPts val="0"/>
              </a:spcAft>
              <a:buSzPts val="1260"/>
              <a:buNone/>
              <a:defRPr sz="1400">
                <a:solidFill>
                  <a:srgbClr val="888888"/>
                </a:solidFill>
              </a:defRPr>
            </a:lvl7pPr>
            <a:lvl8pPr marL="3657600" lvl="7" indent="-228600" algn="l">
              <a:spcBef>
                <a:spcPts val="600"/>
              </a:spcBef>
              <a:spcAft>
                <a:spcPts val="0"/>
              </a:spcAft>
              <a:buSzPts val="1260"/>
              <a:buNone/>
              <a:defRPr sz="1400">
                <a:solidFill>
                  <a:srgbClr val="888888"/>
                </a:solidFill>
              </a:defRPr>
            </a:lvl8pPr>
            <a:lvl9pPr marL="4114800" lvl="8" indent="-228600" algn="l">
              <a:spcBef>
                <a:spcPts val="600"/>
              </a:spcBef>
              <a:spcAft>
                <a:spcPts val="0"/>
              </a:spcAft>
              <a:buSzPts val="1260"/>
              <a:buNone/>
              <a:defRPr sz="1400">
                <a:solidFill>
                  <a:srgbClr val="888888"/>
                </a:solidFill>
              </a:defRPr>
            </a:lvl9pPr>
          </a:lstStyle>
          <a:p>
            <a:endParaRPr/>
          </a:p>
        </p:txBody>
      </p:sp>
      <p:sp>
        <p:nvSpPr>
          <p:cNvPr id="69" name="Google Shape;69;p30"/>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with Picture">
  <p:cSld name="Section with Picture">
    <p:spTree>
      <p:nvGrpSpPr>
        <p:cNvPr id="1" name="Shape 72"/>
        <p:cNvGrpSpPr/>
        <p:nvPr/>
      </p:nvGrpSpPr>
      <p:grpSpPr>
        <a:xfrm>
          <a:off x="0" y="0"/>
          <a:ext cx="0" cy="0"/>
          <a:chOff x="0" y="0"/>
          <a:chExt cx="0" cy="0"/>
        </a:xfrm>
      </p:grpSpPr>
      <p:sp>
        <p:nvSpPr>
          <p:cNvPr id="73" name="Google Shape;73;p31"/>
          <p:cNvSpPr>
            <a:spLocks noGrp="1"/>
          </p:cNvSpPr>
          <p:nvPr>
            <p:ph type="pic" idx="2"/>
          </p:nvPr>
        </p:nvSpPr>
        <p:spPr>
          <a:xfrm>
            <a:off x="284162" y="443754"/>
            <a:ext cx="8574087" cy="4370293"/>
          </a:xfrm>
          <a:prstGeom prst="rect">
            <a:avLst/>
          </a:prstGeom>
          <a:noFill/>
          <a:ln>
            <a:noFill/>
          </a:ln>
        </p:spPr>
      </p:sp>
      <p:sp>
        <p:nvSpPr>
          <p:cNvPr id="74" name="Google Shape;74;p3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31"/>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78" name="Google Shape;78;p31"/>
          <p:cNvGrpSpPr/>
          <p:nvPr/>
        </p:nvGrpSpPr>
        <p:grpSpPr>
          <a:xfrm>
            <a:off x="284163" y="6263389"/>
            <a:ext cx="8576373" cy="137411"/>
            <a:chOff x="284163" y="1759424"/>
            <a:chExt cx="8576373" cy="137411"/>
          </a:xfrm>
        </p:grpSpPr>
        <p:sp>
          <p:nvSpPr>
            <p:cNvPr id="79" name="Google Shape;79;p31"/>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 name="Google Shape;80;p31"/>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 name="Google Shape;81;p31"/>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82" name="Google Shape;82;p31"/>
          <p:cNvSpPr txBox="1"/>
          <p:nvPr/>
        </p:nvSpPr>
        <p:spPr>
          <a:xfrm>
            <a:off x="8230889" y="4801575"/>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83" name="Google Shape;83;p31"/>
          <p:cNvSpPr txBox="1">
            <a:spLocks noGrp="1"/>
          </p:cNvSpPr>
          <p:nvPr>
            <p:ph type="title"/>
          </p:nvPr>
        </p:nvSpPr>
        <p:spPr>
          <a:xfrm>
            <a:off x="430306" y="4814047"/>
            <a:ext cx="7772400" cy="104887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200"/>
              <a:buFont typeface="Corbel"/>
              <a:buNone/>
              <a:defRPr sz="4200" b="0" i="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1"/>
          <p:cNvSpPr txBox="1">
            <a:spLocks noGrp="1"/>
          </p:cNvSpPr>
          <p:nvPr>
            <p:ph type="body" idx="1"/>
          </p:nvPr>
        </p:nvSpPr>
        <p:spPr>
          <a:xfrm>
            <a:off x="470647" y="5862918"/>
            <a:ext cx="7732059" cy="40341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20"/>
              <a:buNone/>
              <a:defRPr sz="1800">
                <a:solidFill>
                  <a:schemeClr val="lt1"/>
                </a:solidFill>
              </a:defRPr>
            </a:lvl1pPr>
            <a:lvl2pPr marL="914400" lvl="1" indent="-228600" algn="l">
              <a:spcBef>
                <a:spcPts val="600"/>
              </a:spcBef>
              <a:spcAft>
                <a:spcPts val="0"/>
              </a:spcAft>
              <a:buSzPts val="1620"/>
              <a:buNone/>
              <a:defRPr sz="1800">
                <a:solidFill>
                  <a:srgbClr val="888888"/>
                </a:solidFill>
              </a:defRPr>
            </a:lvl2pPr>
            <a:lvl3pPr marL="1371600" lvl="2" indent="-228600" algn="l">
              <a:spcBef>
                <a:spcPts val="600"/>
              </a:spcBef>
              <a:spcAft>
                <a:spcPts val="0"/>
              </a:spcAft>
              <a:buSzPts val="1440"/>
              <a:buNone/>
              <a:defRPr sz="1600">
                <a:solidFill>
                  <a:srgbClr val="888888"/>
                </a:solidFill>
              </a:defRPr>
            </a:lvl3pPr>
            <a:lvl4pPr marL="1828800" lvl="3" indent="-228600" algn="l">
              <a:spcBef>
                <a:spcPts val="600"/>
              </a:spcBef>
              <a:spcAft>
                <a:spcPts val="0"/>
              </a:spcAft>
              <a:buSzPts val="1260"/>
              <a:buNone/>
              <a:defRPr sz="1400">
                <a:solidFill>
                  <a:srgbClr val="888888"/>
                </a:solidFill>
              </a:defRPr>
            </a:lvl4pPr>
            <a:lvl5pPr marL="2286000" lvl="4" indent="-228600" algn="l">
              <a:spcBef>
                <a:spcPts val="600"/>
              </a:spcBef>
              <a:spcAft>
                <a:spcPts val="0"/>
              </a:spcAft>
              <a:buSzPts val="1260"/>
              <a:buNone/>
              <a:defRPr sz="1400">
                <a:solidFill>
                  <a:srgbClr val="888888"/>
                </a:solidFill>
              </a:defRPr>
            </a:lvl5pPr>
            <a:lvl6pPr marL="2743200" lvl="5" indent="-228600" algn="l">
              <a:spcBef>
                <a:spcPts val="600"/>
              </a:spcBef>
              <a:spcAft>
                <a:spcPts val="0"/>
              </a:spcAft>
              <a:buSzPts val="1260"/>
              <a:buNone/>
              <a:defRPr sz="1400">
                <a:solidFill>
                  <a:srgbClr val="888888"/>
                </a:solidFill>
              </a:defRPr>
            </a:lvl6pPr>
            <a:lvl7pPr marL="3200400" lvl="6" indent="-228600" algn="l">
              <a:spcBef>
                <a:spcPts val="600"/>
              </a:spcBef>
              <a:spcAft>
                <a:spcPts val="0"/>
              </a:spcAft>
              <a:buSzPts val="1260"/>
              <a:buNone/>
              <a:defRPr sz="1400">
                <a:solidFill>
                  <a:srgbClr val="888888"/>
                </a:solidFill>
              </a:defRPr>
            </a:lvl7pPr>
            <a:lvl8pPr marL="3657600" lvl="7" indent="-228600" algn="l">
              <a:spcBef>
                <a:spcPts val="600"/>
              </a:spcBef>
              <a:spcAft>
                <a:spcPts val="0"/>
              </a:spcAft>
              <a:buSzPts val="1260"/>
              <a:buNone/>
              <a:defRPr sz="1400">
                <a:solidFill>
                  <a:srgbClr val="888888"/>
                </a:solidFill>
              </a:defRPr>
            </a:lvl8pPr>
            <a:lvl9pPr marL="4114800" lvl="8" indent="-228600" algn="l">
              <a:spcBef>
                <a:spcPts val="600"/>
              </a:spcBef>
              <a:spcAft>
                <a:spcPts val="0"/>
              </a:spcAft>
              <a:buSzPts val="1260"/>
              <a:buNone/>
              <a:defRPr sz="14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
        <p:cNvGrpSpPr/>
        <p:nvPr/>
      </p:nvGrpSpPr>
      <p:grpSpPr>
        <a:xfrm>
          <a:off x="0" y="0"/>
          <a:ext cx="0" cy="0"/>
          <a:chOff x="0" y="0"/>
          <a:chExt cx="0" cy="0"/>
        </a:xfrm>
      </p:grpSpPr>
      <p:sp>
        <p:nvSpPr>
          <p:cNvPr id="86" name="Google Shape;86;p32"/>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87" name="Google Shape;87;p32"/>
          <p:cNvGrpSpPr/>
          <p:nvPr/>
        </p:nvGrpSpPr>
        <p:grpSpPr>
          <a:xfrm>
            <a:off x="284163" y="1577847"/>
            <a:ext cx="8576373" cy="137411"/>
            <a:chOff x="284163" y="1577847"/>
            <a:chExt cx="8576373" cy="137411"/>
          </a:xfrm>
        </p:grpSpPr>
        <p:sp>
          <p:nvSpPr>
            <p:cNvPr id="88" name="Google Shape;88;p32"/>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 name="Google Shape;89;p32"/>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 name="Google Shape;90;p32"/>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91" name="Google Shape;91;p32"/>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2"/>
          <p:cNvSpPr txBox="1">
            <a:spLocks noGrp="1"/>
          </p:cNvSpPr>
          <p:nvPr>
            <p:ph type="body" idx="1"/>
          </p:nvPr>
        </p:nvSpPr>
        <p:spPr>
          <a:xfrm>
            <a:off x="403412" y="2151063"/>
            <a:ext cx="3931920" cy="3975100"/>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93" name="Google Shape;93;p32"/>
          <p:cNvSpPr txBox="1">
            <a:spLocks noGrp="1"/>
          </p:cNvSpPr>
          <p:nvPr>
            <p:ph type="body" idx="2"/>
          </p:nvPr>
        </p:nvSpPr>
        <p:spPr>
          <a:xfrm>
            <a:off x="4778188" y="2151063"/>
            <a:ext cx="3931920" cy="3975100"/>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94" name="Google Shape;94;p32"/>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2"/>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2"/>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
        <p:cNvGrpSpPr/>
        <p:nvPr/>
      </p:nvGrpSpPr>
      <p:grpSpPr>
        <a:xfrm>
          <a:off x="0" y="0"/>
          <a:ext cx="0" cy="0"/>
          <a:chOff x="0" y="0"/>
          <a:chExt cx="0" cy="0"/>
        </a:xfrm>
      </p:grpSpPr>
      <p:sp>
        <p:nvSpPr>
          <p:cNvPr id="98" name="Google Shape;98;p33"/>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9" name="Google Shape;99;p33"/>
          <p:cNvGrpSpPr/>
          <p:nvPr/>
        </p:nvGrpSpPr>
        <p:grpSpPr>
          <a:xfrm>
            <a:off x="284163" y="1577847"/>
            <a:ext cx="8576373" cy="137411"/>
            <a:chOff x="284163" y="1577847"/>
            <a:chExt cx="8576373" cy="137411"/>
          </a:xfrm>
        </p:grpSpPr>
        <p:sp>
          <p:nvSpPr>
            <p:cNvPr id="100" name="Google Shape;100;p33"/>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 name="Google Shape;101;p33"/>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33"/>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03" name="Google Shape;103;p33"/>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33"/>
          <p:cNvSpPr txBox="1">
            <a:spLocks noGrp="1"/>
          </p:cNvSpPr>
          <p:nvPr>
            <p:ph type="body" idx="1"/>
          </p:nvPr>
        </p:nvSpPr>
        <p:spPr>
          <a:xfrm>
            <a:off x="403412" y="1735138"/>
            <a:ext cx="3931920" cy="833250"/>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600"/>
              </a:spcBef>
              <a:spcAft>
                <a:spcPts val="0"/>
              </a:spcAft>
              <a:buSzPts val="2340"/>
              <a:buNone/>
              <a:defRPr sz="2600" b="0">
                <a:solidFill>
                  <a:schemeClr val="accent1"/>
                </a:solidFill>
              </a:defRPr>
            </a:lvl1pPr>
            <a:lvl2pPr marL="914400" lvl="1" indent="-228600" algn="l">
              <a:spcBef>
                <a:spcPts val="600"/>
              </a:spcBef>
              <a:spcAft>
                <a:spcPts val="0"/>
              </a:spcAft>
              <a:buSzPts val="1800"/>
              <a:buNone/>
              <a:defRPr sz="2000" b="1"/>
            </a:lvl2pPr>
            <a:lvl3pPr marL="1371600" lvl="2" indent="-228600" algn="l">
              <a:spcBef>
                <a:spcPts val="600"/>
              </a:spcBef>
              <a:spcAft>
                <a:spcPts val="0"/>
              </a:spcAft>
              <a:buSzPts val="1620"/>
              <a:buNone/>
              <a:defRPr sz="1800" b="1"/>
            </a:lvl3pPr>
            <a:lvl4pPr marL="1828800" lvl="3" indent="-228600" algn="l">
              <a:spcBef>
                <a:spcPts val="600"/>
              </a:spcBef>
              <a:spcAft>
                <a:spcPts val="0"/>
              </a:spcAft>
              <a:buSzPts val="1440"/>
              <a:buNone/>
              <a:defRPr sz="1600" b="1"/>
            </a:lvl4pPr>
            <a:lvl5pPr marL="2286000" lvl="4" indent="-228600" algn="l">
              <a:spcBef>
                <a:spcPts val="600"/>
              </a:spcBef>
              <a:spcAft>
                <a:spcPts val="0"/>
              </a:spcAft>
              <a:buSzPts val="1440"/>
              <a:buNone/>
              <a:defRPr sz="1600" b="1"/>
            </a:lvl5pPr>
            <a:lvl6pPr marL="2743200" lvl="5" indent="-228600" algn="l">
              <a:spcBef>
                <a:spcPts val="600"/>
              </a:spcBef>
              <a:spcAft>
                <a:spcPts val="0"/>
              </a:spcAft>
              <a:buSzPts val="1440"/>
              <a:buNone/>
              <a:defRPr sz="1600" b="1"/>
            </a:lvl6pPr>
            <a:lvl7pPr marL="3200400" lvl="6" indent="-228600" algn="l">
              <a:spcBef>
                <a:spcPts val="600"/>
              </a:spcBef>
              <a:spcAft>
                <a:spcPts val="0"/>
              </a:spcAft>
              <a:buSzPts val="1440"/>
              <a:buNone/>
              <a:defRPr sz="1600" b="1"/>
            </a:lvl7pPr>
            <a:lvl8pPr marL="3657600" lvl="7" indent="-228600" algn="l">
              <a:spcBef>
                <a:spcPts val="600"/>
              </a:spcBef>
              <a:spcAft>
                <a:spcPts val="0"/>
              </a:spcAft>
              <a:buSzPts val="1440"/>
              <a:buNone/>
              <a:defRPr sz="1600" b="1"/>
            </a:lvl8pPr>
            <a:lvl9pPr marL="4114800" lvl="8" indent="-228600" algn="l">
              <a:spcBef>
                <a:spcPts val="600"/>
              </a:spcBef>
              <a:spcAft>
                <a:spcPts val="0"/>
              </a:spcAft>
              <a:buSzPts val="1440"/>
              <a:buNone/>
              <a:defRPr sz="1600" b="1"/>
            </a:lvl9pPr>
          </a:lstStyle>
          <a:p>
            <a:endParaRPr/>
          </a:p>
        </p:txBody>
      </p:sp>
      <p:sp>
        <p:nvSpPr>
          <p:cNvPr id="105" name="Google Shape;105;p33"/>
          <p:cNvSpPr txBox="1">
            <a:spLocks noGrp="1"/>
          </p:cNvSpPr>
          <p:nvPr>
            <p:ph type="body" idx="2"/>
          </p:nvPr>
        </p:nvSpPr>
        <p:spPr>
          <a:xfrm>
            <a:off x="403412" y="2590800"/>
            <a:ext cx="3931920" cy="3535362"/>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20039" algn="l">
              <a:spcBef>
                <a:spcPts val="600"/>
              </a:spcBef>
              <a:spcAft>
                <a:spcPts val="0"/>
              </a:spcAft>
              <a:buSzPts val="1440"/>
              <a:buChar char="🡽"/>
              <a:defRPr sz="1600"/>
            </a:lvl6pPr>
            <a:lvl7pPr marL="3200400" lvl="6" indent="-320039" algn="l">
              <a:spcBef>
                <a:spcPts val="600"/>
              </a:spcBef>
              <a:spcAft>
                <a:spcPts val="0"/>
              </a:spcAft>
              <a:buSzPts val="1440"/>
              <a:buChar char="🡽"/>
              <a:defRPr sz="1600"/>
            </a:lvl7pPr>
            <a:lvl8pPr marL="3657600" lvl="7" indent="-320040" algn="l">
              <a:spcBef>
                <a:spcPts val="600"/>
              </a:spcBef>
              <a:spcAft>
                <a:spcPts val="0"/>
              </a:spcAft>
              <a:buSzPts val="1440"/>
              <a:buChar char="🡽"/>
              <a:defRPr sz="1600"/>
            </a:lvl8pPr>
            <a:lvl9pPr marL="4114800" lvl="8" indent="-320040" algn="l">
              <a:spcBef>
                <a:spcPts val="600"/>
              </a:spcBef>
              <a:spcAft>
                <a:spcPts val="0"/>
              </a:spcAft>
              <a:buSzPts val="1440"/>
              <a:buChar char="🡽"/>
              <a:defRPr sz="1600"/>
            </a:lvl9pPr>
          </a:lstStyle>
          <a:p>
            <a:endParaRPr/>
          </a:p>
        </p:txBody>
      </p:sp>
      <p:sp>
        <p:nvSpPr>
          <p:cNvPr id="106" name="Google Shape;106;p33"/>
          <p:cNvSpPr txBox="1">
            <a:spLocks noGrp="1"/>
          </p:cNvSpPr>
          <p:nvPr>
            <p:ph type="body" idx="3"/>
          </p:nvPr>
        </p:nvSpPr>
        <p:spPr>
          <a:xfrm>
            <a:off x="4779495" y="1735138"/>
            <a:ext cx="3931920" cy="833250"/>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600"/>
              </a:spcBef>
              <a:spcAft>
                <a:spcPts val="0"/>
              </a:spcAft>
              <a:buSzPts val="2340"/>
              <a:buNone/>
              <a:defRPr sz="2600" b="0">
                <a:solidFill>
                  <a:schemeClr val="accent2"/>
                </a:solidFill>
              </a:defRPr>
            </a:lvl1pPr>
            <a:lvl2pPr marL="914400" lvl="1" indent="-228600" algn="l">
              <a:spcBef>
                <a:spcPts val="600"/>
              </a:spcBef>
              <a:spcAft>
                <a:spcPts val="0"/>
              </a:spcAft>
              <a:buSzPts val="1800"/>
              <a:buNone/>
              <a:defRPr sz="2000" b="1"/>
            </a:lvl2pPr>
            <a:lvl3pPr marL="1371600" lvl="2" indent="-228600" algn="l">
              <a:spcBef>
                <a:spcPts val="600"/>
              </a:spcBef>
              <a:spcAft>
                <a:spcPts val="0"/>
              </a:spcAft>
              <a:buSzPts val="1620"/>
              <a:buNone/>
              <a:defRPr sz="1800" b="1"/>
            </a:lvl3pPr>
            <a:lvl4pPr marL="1828800" lvl="3" indent="-228600" algn="l">
              <a:spcBef>
                <a:spcPts val="600"/>
              </a:spcBef>
              <a:spcAft>
                <a:spcPts val="0"/>
              </a:spcAft>
              <a:buSzPts val="1440"/>
              <a:buNone/>
              <a:defRPr sz="1600" b="1"/>
            </a:lvl4pPr>
            <a:lvl5pPr marL="2286000" lvl="4" indent="-228600" algn="l">
              <a:spcBef>
                <a:spcPts val="600"/>
              </a:spcBef>
              <a:spcAft>
                <a:spcPts val="0"/>
              </a:spcAft>
              <a:buSzPts val="1440"/>
              <a:buNone/>
              <a:defRPr sz="1600" b="1"/>
            </a:lvl5pPr>
            <a:lvl6pPr marL="2743200" lvl="5" indent="-228600" algn="l">
              <a:spcBef>
                <a:spcPts val="600"/>
              </a:spcBef>
              <a:spcAft>
                <a:spcPts val="0"/>
              </a:spcAft>
              <a:buSzPts val="1440"/>
              <a:buNone/>
              <a:defRPr sz="1600" b="1"/>
            </a:lvl6pPr>
            <a:lvl7pPr marL="3200400" lvl="6" indent="-228600" algn="l">
              <a:spcBef>
                <a:spcPts val="600"/>
              </a:spcBef>
              <a:spcAft>
                <a:spcPts val="0"/>
              </a:spcAft>
              <a:buSzPts val="1440"/>
              <a:buNone/>
              <a:defRPr sz="1600" b="1"/>
            </a:lvl7pPr>
            <a:lvl8pPr marL="3657600" lvl="7" indent="-228600" algn="l">
              <a:spcBef>
                <a:spcPts val="600"/>
              </a:spcBef>
              <a:spcAft>
                <a:spcPts val="0"/>
              </a:spcAft>
              <a:buSzPts val="1440"/>
              <a:buNone/>
              <a:defRPr sz="1600" b="1"/>
            </a:lvl8pPr>
            <a:lvl9pPr marL="4114800" lvl="8" indent="-228600" algn="l">
              <a:spcBef>
                <a:spcPts val="600"/>
              </a:spcBef>
              <a:spcAft>
                <a:spcPts val="0"/>
              </a:spcAft>
              <a:buSzPts val="1440"/>
              <a:buNone/>
              <a:defRPr sz="1600" b="1"/>
            </a:lvl9pPr>
          </a:lstStyle>
          <a:p>
            <a:endParaRPr/>
          </a:p>
        </p:txBody>
      </p:sp>
      <p:sp>
        <p:nvSpPr>
          <p:cNvPr id="107" name="Google Shape;107;p33"/>
          <p:cNvSpPr txBox="1">
            <a:spLocks noGrp="1"/>
          </p:cNvSpPr>
          <p:nvPr>
            <p:ph type="body" idx="4"/>
          </p:nvPr>
        </p:nvSpPr>
        <p:spPr>
          <a:xfrm>
            <a:off x="4779495" y="2590800"/>
            <a:ext cx="3931920" cy="3535362"/>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20039" algn="l">
              <a:spcBef>
                <a:spcPts val="600"/>
              </a:spcBef>
              <a:spcAft>
                <a:spcPts val="0"/>
              </a:spcAft>
              <a:buSzPts val="1440"/>
              <a:buChar char="🡽"/>
              <a:defRPr sz="1600"/>
            </a:lvl6pPr>
            <a:lvl7pPr marL="3200400" lvl="6" indent="-320039" algn="l">
              <a:spcBef>
                <a:spcPts val="600"/>
              </a:spcBef>
              <a:spcAft>
                <a:spcPts val="0"/>
              </a:spcAft>
              <a:buSzPts val="1440"/>
              <a:buChar char="🡽"/>
              <a:defRPr sz="1600"/>
            </a:lvl7pPr>
            <a:lvl8pPr marL="3657600" lvl="7" indent="-320040" algn="l">
              <a:spcBef>
                <a:spcPts val="600"/>
              </a:spcBef>
              <a:spcAft>
                <a:spcPts val="0"/>
              </a:spcAft>
              <a:buSzPts val="1440"/>
              <a:buChar char="🡽"/>
              <a:defRPr sz="1600"/>
            </a:lvl8pPr>
            <a:lvl9pPr marL="4114800" lvl="8" indent="-320040" algn="l">
              <a:spcBef>
                <a:spcPts val="600"/>
              </a:spcBef>
              <a:spcAft>
                <a:spcPts val="0"/>
              </a:spcAft>
              <a:buSzPts val="1440"/>
              <a:buChar char="🡽"/>
              <a:defRPr sz="1600"/>
            </a:lvl9pPr>
          </a:lstStyle>
          <a:p>
            <a:endParaRPr/>
          </a:p>
        </p:txBody>
      </p:sp>
      <p:sp>
        <p:nvSpPr>
          <p:cNvPr id="108" name="Google Shape;108;p33"/>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33"/>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33"/>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34"/>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13" name="Google Shape;113;p34"/>
          <p:cNvGrpSpPr/>
          <p:nvPr/>
        </p:nvGrpSpPr>
        <p:grpSpPr>
          <a:xfrm>
            <a:off x="284163" y="1577847"/>
            <a:ext cx="8576373" cy="137411"/>
            <a:chOff x="284163" y="1577847"/>
            <a:chExt cx="8576373" cy="137411"/>
          </a:xfrm>
        </p:grpSpPr>
        <p:sp>
          <p:nvSpPr>
            <p:cNvPr id="114" name="Google Shape;114;p34"/>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Google Shape;115;p34"/>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34"/>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17" name="Google Shape;117;p34"/>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34"/>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34"/>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34"/>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1"/>
        <p:cNvGrpSpPr/>
        <p:nvPr/>
      </p:nvGrpSpPr>
      <p:grpSpPr>
        <a:xfrm>
          <a:off x="0" y="0"/>
          <a:ext cx="0" cy="0"/>
          <a:chOff x="0" y="0"/>
          <a:chExt cx="0" cy="0"/>
        </a:xfrm>
      </p:grpSpPr>
      <p:sp>
        <p:nvSpPr>
          <p:cNvPr id="122" name="Google Shape;122;p35"/>
          <p:cNvSpPr txBox="1">
            <a:spLocks noGrp="1"/>
          </p:cNvSpPr>
          <p:nvPr>
            <p:ph type="title"/>
          </p:nvPr>
        </p:nvSpPr>
        <p:spPr>
          <a:xfrm>
            <a:off x="268941" y="1298762"/>
            <a:ext cx="4069080" cy="11620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chemeClr val="accent2"/>
              </a:buClr>
              <a:buSzPts val="3200"/>
              <a:buFont typeface="Corbel"/>
              <a:buNone/>
              <a:defRPr sz="32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35"/>
          <p:cNvSpPr txBox="1">
            <a:spLocks noGrp="1"/>
          </p:cNvSpPr>
          <p:nvPr>
            <p:ph type="body" idx="1"/>
          </p:nvPr>
        </p:nvSpPr>
        <p:spPr>
          <a:xfrm>
            <a:off x="4783567" y="914400"/>
            <a:ext cx="4069080" cy="5211763"/>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124" name="Google Shape;124;p35"/>
          <p:cNvSpPr txBox="1">
            <a:spLocks noGrp="1"/>
          </p:cNvSpPr>
          <p:nvPr>
            <p:ph type="body" idx="2"/>
          </p:nvPr>
        </p:nvSpPr>
        <p:spPr>
          <a:xfrm>
            <a:off x="268941" y="2456329"/>
            <a:ext cx="4069080" cy="3182472"/>
          </a:xfrm>
          <a:prstGeom prst="rect">
            <a:avLst/>
          </a:prstGeom>
          <a:noFill/>
          <a:ln>
            <a:noFill/>
          </a:ln>
        </p:spPr>
        <p:txBody>
          <a:bodyPr spcFirstLastPara="1" wrap="square" lIns="91425" tIns="45700" rIns="91425" bIns="45700" anchor="t" anchorCtr="0">
            <a:normAutofit/>
          </a:bodyPr>
          <a:lstStyle>
            <a:lvl1pPr marL="457200" lvl="0" indent="-228600" algn="ctr">
              <a:spcBef>
                <a:spcPts val="600"/>
              </a:spcBef>
              <a:spcAft>
                <a:spcPts val="0"/>
              </a:spcAft>
              <a:buSzPts val="1620"/>
              <a:buNone/>
              <a:defRPr sz="1800"/>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25" name="Google Shape;125;p35"/>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35"/>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5"/>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28" name="Google Shape;128;p35"/>
          <p:cNvGrpSpPr/>
          <p:nvPr/>
        </p:nvGrpSpPr>
        <p:grpSpPr>
          <a:xfrm>
            <a:off x="284163" y="452718"/>
            <a:ext cx="8576373" cy="137411"/>
            <a:chOff x="284163" y="1577847"/>
            <a:chExt cx="8576373" cy="137411"/>
          </a:xfrm>
        </p:grpSpPr>
        <p:sp>
          <p:nvSpPr>
            <p:cNvPr id="129" name="Google Shape;129;p35"/>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35"/>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35"/>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2"/>
        <p:cNvGrpSpPr/>
        <p:nvPr/>
      </p:nvGrpSpPr>
      <p:grpSpPr>
        <a:xfrm>
          <a:off x="0" y="0"/>
          <a:ext cx="0" cy="0"/>
          <a:chOff x="0" y="0"/>
          <a:chExt cx="0" cy="0"/>
        </a:xfrm>
      </p:grpSpPr>
      <p:sp>
        <p:nvSpPr>
          <p:cNvPr id="133" name="Google Shape;133;p36"/>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134" name="Google Shape;134;p36"/>
          <p:cNvGrpSpPr/>
          <p:nvPr/>
        </p:nvGrpSpPr>
        <p:grpSpPr>
          <a:xfrm>
            <a:off x="284163" y="6263389"/>
            <a:ext cx="8576373" cy="137411"/>
            <a:chOff x="284163" y="1759424"/>
            <a:chExt cx="8576373" cy="137411"/>
          </a:xfrm>
        </p:grpSpPr>
        <p:sp>
          <p:nvSpPr>
            <p:cNvPr id="135" name="Google Shape;135;p36"/>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36"/>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36"/>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38" name="Google Shape;138;p36"/>
          <p:cNvSpPr txBox="1">
            <a:spLocks noGrp="1"/>
          </p:cNvSpPr>
          <p:nvPr>
            <p:ph type="title"/>
          </p:nvPr>
        </p:nvSpPr>
        <p:spPr>
          <a:xfrm>
            <a:off x="363071" y="4800600"/>
            <a:ext cx="8360242"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orbel"/>
              <a:buNone/>
              <a:defRPr sz="28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36"/>
          <p:cNvSpPr>
            <a:spLocks noGrp="1"/>
          </p:cNvSpPr>
          <p:nvPr>
            <p:ph type="pic" idx="2"/>
          </p:nvPr>
        </p:nvSpPr>
        <p:spPr>
          <a:xfrm>
            <a:off x="284163" y="457199"/>
            <a:ext cx="8577072" cy="4352544"/>
          </a:xfrm>
          <a:prstGeom prst="rect">
            <a:avLst/>
          </a:prstGeom>
          <a:noFill/>
          <a:ln>
            <a:noFill/>
          </a:ln>
        </p:spPr>
      </p:sp>
      <p:sp>
        <p:nvSpPr>
          <p:cNvPr id="140" name="Google Shape;140;p36"/>
          <p:cNvSpPr txBox="1">
            <a:spLocks noGrp="1"/>
          </p:cNvSpPr>
          <p:nvPr>
            <p:ph type="body" idx="1"/>
          </p:nvPr>
        </p:nvSpPr>
        <p:spPr>
          <a:xfrm>
            <a:off x="419099" y="5367338"/>
            <a:ext cx="8304213"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41" name="Google Shape;141;p36"/>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6"/>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6"/>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Alt.">
  <p:cSld name="Picture with Caption, Alt.">
    <p:spTree>
      <p:nvGrpSpPr>
        <p:cNvPr id="1" name="Shape 144"/>
        <p:cNvGrpSpPr/>
        <p:nvPr/>
      </p:nvGrpSpPr>
      <p:grpSpPr>
        <a:xfrm>
          <a:off x="0" y="0"/>
          <a:ext cx="0" cy="0"/>
          <a:chOff x="0" y="0"/>
          <a:chExt cx="0" cy="0"/>
        </a:xfrm>
      </p:grpSpPr>
      <p:grpSp>
        <p:nvGrpSpPr>
          <p:cNvPr id="145" name="Google Shape;145;p37"/>
          <p:cNvGrpSpPr/>
          <p:nvPr/>
        </p:nvGrpSpPr>
        <p:grpSpPr>
          <a:xfrm>
            <a:off x="284163" y="4280647"/>
            <a:ext cx="8576373" cy="137411"/>
            <a:chOff x="284163" y="1759424"/>
            <a:chExt cx="8576373" cy="137411"/>
          </a:xfrm>
        </p:grpSpPr>
        <p:sp>
          <p:nvSpPr>
            <p:cNvPr id="146" name="Google Shape;146;p37"/>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37"/>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37"/>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9" name="Google Shape;149;p37"/>
          <p:cNvSpPr txBox="1">
            <a:spLocks noGrp="1"/>
          </p:cNvSpPr>
          <p:nvPr>
            <p:ph type="title"/>
          </p:nvPr>
        </p:nvSpPr>
        <p:spPr>
          <a:xfrm>
            <a:off x="363071" y="4778189"/>
            <a:ext cx="8360242"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2"/>
              </a:buClr>
              <a:buSzPts val="2800"/>
              <a:buFont typeface="Corbel"/>
              <a:buNone/>
              <a:defRPr sz="2800" b="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37"/>
          <p:cNvSpPr>
            <a:spLocks noGrp="1"/>
          </p:cNvSpPr>
          <p:nvPr>
            <p:ph type="pic" idx="2"/>
          </p:nvPr>
        </p:nvSpPr>
        <p:spPr>
          <a:xfrm>
            <a:off x="284163" y="457200"/>
            <a:ext cx="8577072" cy="3822192"/>
          </a:xfrm>
          <a:prstGeom prst="rect">
            <a:avLst/>
          </a:prstGeom>
          <a:noFill/>
          <a:ln>
            <a:noFill/>
          </a:ln>
        </p:spPr>
      </p:sp>
      <p:sp>
        <p:nvSpPr>
          <p:cNvPr id="151" name="Google Shape;151;p37"/>
          <p:cNvSpPr txBox="1">
            <a:spLocks noGrp="1"/>
          </p:cNvSpPr>
          <p:nvPr>
            <p:ph type="body" idx="1"/>
          </p:nvPr>
        </p:nvSpPr>
        <p:spPr>
          <a:xfrm>
            <a:off x="419099" y="5344927"/>
            <a:ext cx="8304213"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rgbClr val="262626"/>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52" name="Google Shape;152;p37"/>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37"/>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37"/>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Picture, and Caption">
  <p:cSld name="Content, Picture, and Caption">
    <p:spTree>
      <p:nvGrpSpPr>
        <p:cNvPr id="1" name="Shape 155"/>
        <p:cNvGrpSpPr/>
        <p:nvPr/>
      </p:nvGrpSpPr>
      <p:grpSpPr>
        <a:xfrm>
          <a:off x="0" y="0"/>
          <a:ext cx="0" cy="0"/>
          <a:chOff x="0" y="0"/>
          <a:chExt cx="0" cy="0"/>
        </a:xfrm>
      </p:grpSpPr>
      <p:sp>
        <p:nvSpPr>
          <p:cNvPr id="156" name="Google Shape;156;p38"/>
          <p:cNvSpPr txBox="1">
            <a:spLocks noGrp="1"/>
          </p:cNvSpPr>
          <p:nvPr>
            <p:ph type="body" idx="1"/>
          </p:nvPr>
        </p:nvSpPr>
        <p:spPr>
          <a:xfrm>
            <a:off x="3657600" y="914400"/>
            <a:ext cx="5195047" cy="5211763"/>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157" name="Google Shape;157;p38"/>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38"/>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38"/>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0" name="Google Shape;160;p38"/>
          <p:cNvSpPr/>
          <p:nvPr/>
        </p:nvSpPr>
        <p:spPr>
          <a:xfrm>
            <a:off x="284163" y="4267200"/>
            <a:ext cx="2743200" cy="2120153"/>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sp>
        <p:nvSpPr>
          <p:cNvPr id="161" name="Google Shape;161;p38"/>
          <p:cNvSpPr txBox="1">
            <a:spLocks noGrp="1"/>
          </p:cNvSpPr>
          <p:nvPr>
            <p:ph type="body" idx="2"/>
          </p:nvPr>
        </p:nvSpPr>
        <p:spPr>
          <a:xfrm>
            <a:off x="419101" y="4953001"/>
            <a:ext cx="2472017" cy="1246094"/>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62" name="Google Shape;162;p38"/>
          <p:cNvSpPr txBox="1">
            <a:spLocks noGrp="1"/>
          </p:cNvSpPr>
          <p:nvPr>
            <p:ph type="title"/>
          </p:nvPr>
        </p:nvSpPr>
        <p:spPr>
          <a:xfrm>
            <a:off x="410764" y="4419600"/>
            <a:ext cx="2475395" cy="51098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000"/>
              <a:buFont typeface="Corbel"/>
              <a:buNone/>
              <a:defRPr sz="2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38"/>
          <p:cNvSpPr>
            <a:spLocks noGrp="1"/>
          </p:cNvSpPr>
          <p:nvPr>
            <p:ph type="pic" idx="3"/>
          </p:nvPr>
        </p:nvSpPr>
        <p:spPr>
          <a:xfrm>
            <a:off x="284164" y="594360"/>
            <a:ext cx="2743200" cy="3675888"/>
          </a:xfrm>
          <a:prstGeom prst="rect">
            <a:avLst/>
          </a:prstGeom>
          <a:noFill/>
          <a:ln>
            <a:noFill/>
          </a:ln>
        </p:spPr>
      </p:sp>
      <p:grpSp>
        <p:nvGrpSpPr>
          <p:cNvPr id="164" name="Google Shape;164;p38"/>
          <p:cNvGrpSpPr/>
          <p:nvPr/>
        </p:nvGrpSpPr>
        <p:grpSpPr>
          <a:xfrm>
            <a:off x="284163" y="461682"/>
            <a:ext cx="8576373" cy="137411"/>
            <a:chOff x="284163" y="1759424"/>
            <a:chExt cx="8576373" cy="137411"/>
          </a:xfrm>
        </p:grpSpPr>
        <p:sp>
          <p:nvSpPr>
            <p:cNvPr id="165" name="Google Shape;165;p38"/>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38"/>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38"/>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Pictures with Caption">
  <p:cSld name="3 Pictures with Caption">
    <p:spTree>
      <p:nvGrpSpPr>
        <p:cNvPr id="1" name="Shape 168"/>
        <p:cNvGrpSpPr/>
        <p:nvPr/>
      </p:nvGrpSpPr>
      <p:grpSpPr>
        <a:xfrm>
          <a:off x="0" y="0"/>
          <a:ext cx="0" cy="0"/>
          <a:chOff x="0" y="0"/>
          <a:chExt cx="0" cy="0"/>
        </a:xfrm>
      </p:grpSpPr>
      <p:sp>
        <p:nvSpPr>
          <p:cNvPr id="169" name="Google Shape;169;p39"/>
          <p:cNvSpPr/>
          <p:nvPr/>
        </p:nvSpPr>
        <p:spPr>
          <a:xfrm>
            <a:off x="3021013" y="4801575"/>
            <a:ext cx="583723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170" name="Google Shape;170;p39"/>
          <p:cNvGrpSpPr/>
          <p:nvPr/>
        </p:nvGrpSpPr>
        <p:grpSpPr>
          <a:xfrm>
            <a:off x="284163" y="6263389"/>
            <a:ext cx="8576373" cy="137411"/>
            <a:chOff x="284163" y="1759424"/>
            <a:chExt cx="8576373" cy="137411"/>
          </a:xfrm>
        </p:grpSpPr>
        <p:sp>
          <p:nvSpPr>
            <p:cNvPr id="171" name="Google Shape;171;p39"/>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39"/>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39"/>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4" name="Google Shape;174;p39"/>
          <p:cNvSpPr txBox="1">
            <a:spLocks noGrp="1"/>
          </p:cNvSpPr>
          <p:nvPr>
            <p:ph type="title"/>
          </p:nvPr>
        </p:nvSpPr>
        <p:spPr>
          <a:xfrm>
            <a:off x="3031661" y="4800600"/>
            <a:ext cx="5691651"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orbel"/>
              <a:buNone/>
              <a:defRPr sz="28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39"/>
          <p:cNvSpPr>
            <a:spLocks noGrp="1"/>
          </p:cNvSpPr>
          <p:nvPr>
            <p:ph type="pic" idx="2"/>
          </p:nvPr>
        </p:nvSpPr>
        <p:spPr>
          <a:xfrm>
            <a:off x="3021014" y="457199"/>
            <a:ext cx="5833872" cy="4352544"/>
          </a:xfrm>
          <a:prstGeom prst="rect">
            <a:avLst/>
          </a:prstGeom>
          <a:noFill/>
          <a:ln>
            <a:noFill/>
          </a:ln>
        </p:spPr>
      </p:sp>
      <p:sp>
        <p:nvSpPr>
          <p:cNvPr id="176" name="Google Shape;176;p39"/>
          <p:cNvSpPr txBox="1">
            <a:spLocks noGrp="1"/>
          </p:cNvSpPr>
          <p:nvPr>
            <p:ph type="body" idx="1"/>
          </p:nvPr>
        </p:nvSpPr>
        <p:spPr>
          <a:xfrm>
            <a:off x="3069805" y="5367338"/>
            <a:ext cx="5653507"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77" name="Google Shape;177;p39"/>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39"/>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39"/>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0" name="Google Shape;180;p39"/>
          <p:cNvSpPr>
            <a:spLocks noGrp="1"/>
          </p:cNvSpPr>
          <p:nvPr>
            <p:ph type="pic" idx="3"/>
          </p:nvPr>
        </p:nvSpPr>
        <p:spPr>
          <a:xfrm>
            <a:off x="284164" y="457200"/>
            <a:ext cx="2736850" cy="2907792"/>
          </a:xfrm>
          <a:prstGeom prst="rect">
            <a:avLst/>
          </a:prstGeom>
          <a:noFill/>
          <a:ln>
            <a:noFill/>
          </a:ln>
        </p:spPr>
      </p:sp>
      <p:sp>
        <p:nvSpPr>
          <p:cNvPr id="181" name="Google Shape;181;p39"/>
          <p:cNvSpPr>
            <a:spLocks noGrp="1"/>
          </p:cNvSpPr>
          <p:nvPr>
            <p:ph type="pic" idx="4"/>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2"/>
        <p:cNvGrpSpPr/>
        <p:nvPr/>
      </p:nvGrpSpPr>
      <p:grpSpPr>
        <a:xfrm>
          <a:off x="0" y="0"/>
          <a:ext cx="0" cy="0"/>
          <a:chOff x="0" y="0"/>
          <a:chExt cx="0" cy="0"/>
        </a:xfrm>
      </p:grpSpPr>
      <p:sp>
        <p:nvSpPr>
          <p:cNvPr id="183" name="Google Shape;183;p40"/>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4" name="Google Shape;184;p40"/>
          <p:cNvGrpSpPr/>
          <p:nvPr/>
        </p:nvGrpSpPr>
        <p:grpSpPr>
          <a:xfrm>
            <a:off x="284163" y="1577847"/>
            <a:ext cx="8576373" cy="137411"/>
            <a:chOff x="284163" y="1577847"/>
            <a:chExt cx="8576373" cy="137411"/>
          </a:xfrm>
        </p:grpSpPr>
        <p:sp>
          <p:nvSpPr>
            <p:cNvPr id="185" name="Google Shape;185;p40"/>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40"/>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40"/>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8" name="Google Shape;188;p40"/>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40"/>
          <p:cNvSpPr txBox="1">
            <a:spLocks noGrp="1"/>
          </p:cNvSpPr>
          <p:nvPr>
            <p:ph type="body" idx="1"/>
          </p:nvPr>
        </p:nvSpPr>
        <p:spPr>
          <a:xfrm rot="5400000">
            <a:off x="2564607" y="-146843"/>
            <a:ext cx="4013200" cy="8574087"/>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190" name="Google Shape;190;p40"/>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40"/>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40"/>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3"/>
        <p:cNvGrpSpPr/>
        <p:nvPr/>
      </p:nvGrpSpPr>
      <p:grpSpPr>
        <a:xfrm>
          <a:off x="0" y="0"/>
          <a:ext cx="0" cy="0"/>
          <a:chOff x="0" y="0"/>
          <a:chExt cx="0" cy="0"/>
        </a:xfrm>
      </p:grpSpPr>
      <p:sp>
        <p:nvSpPr>
          <p:cNvPr id="194" name="Google Shape;194;p41"/>
          <p:cNvSpPr/>
          <p:nvPr/>
        </p:nvSpPr>
        <p:spPr>
          <a:xfrm rot="5400000">
            <a:off x="5313882" y="2857535"/>
            <a:ext cx="5934615"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41"/>
          <p:cNvSpPr txBox="1">
            <a:spLocks noGrp="1"/>
          </p:cNvSpPr>
          <p:nvPr>
            <p:ph type="title"/>
          </p:nvPr>
        </p:nvSpPr>
        <p:spPr>
          <a:xfrm rot="5400000">
            <a:off x="5219069" y="2949131"/>
            <a:ext cx="5921375" cy="969264"/>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400"/>
              <a:buFont typeface="Corbel"/>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41"/>
          <p:cNvSpPr txBox="1">
            <a:spLocks noGrp="1"/>
          </p:cNvSpPr>
          <p:nvPr>
            <p:ph type="body" idx="1"/>
          </p:nvPr>
        </p:nvSpPr>
        <p:spPr>
          <a:xfrm rot="5400000">
            <a:off x="564357" y="177007"/>
            <a:ext cx="5937250" cy="6497637"/>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197" name="Google Shape;197;p4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4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4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00" name="Google Shape;200;p41"/>
          <p:cNvGrpSpPr/>
          <p:nvPr/>
        </p:nvGrpSpPr>
        <p:grpSpPr>
          <a:xfrm rot="5400000">
            <a:off x="4658724" y="3355723"/>
            <a:ext cx="5934456" cy="137411"/>
            <a:chOff x="284163" y="1577847"/>
            <a:chExt cx="8576373" cy="137411"/>
          </a:xfrm>
        </p:grpSpPr>
        <p:sp>
          <p:nvSpPr>
            <p:cNvPr id="201" name="Google Shape;201;p41"/>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41"/>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41"/>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body" idx="1"/>
          </p:nvPr>
        </p:nvSpPr>
        <p:spPr>
          <a:xfrm>
            <a:off x="1781503" y="2133600"/>
            <a:ext cx="7076747" cy="3992563"/>
          </a:xfrm>
          <a:prstGeom prst="rect">
            <a:avLst/>
          </a:prstGeom>
          <a:noFill/>
          <a:ln>
            <a:noFill/>
          </a:ln>
        </p:spPr>
        <p:txBody>
          <a:bodyPr spcFirstLastPara="1" wrap="square" lIns="91425" tIns="45700" rIns="91425" bIns="45700" anchor="t" anchorCtr="0">
            <a:normAutofit/>
          </a:bodyPr>
          <a:lstStyle>
            <a:lvl1pPr marL="457200" marR="0" lvl="0" indent="-365760" algn="l" rtl="0">
              <a:spcBef>
                <a:spcPts val="2000"/>
              </a:spcBef>
              <a:spcAft>
                <a:spcPts val="0"/>
              </a:spcAft>
              <a:buClr>
                <a:srgbClr val="A5A5A5"/>
              </a:buClr>
              <a:buSzPts val="2160"/>
              <a:buFont typeface="Noto Sans Symbols"/>
              <a:buChar char="🡽"/>
              <a:defRPr sz="2400" b="0" i="0" u="none" strike="noStrike" cap="none">
                <a:solidFill>
                  <a:srgbClr val="262626"/>
                </a:solidFill>
                <a:latin typeface="Calibri"/>
                <a:ea typeface="Calibri"/>
                <a:cs typeface="Calibri"/>
                <a:sym typeface="Calibri"/>
              </a:defRPr>
            </a:lvl1pPr>
            <a:lvl2pPr marL="914400" marR="0" lvl="1" indent="-354330" algn="l" rtl="0">
              <a:spcBef>
                <a:spcPts val="600"/>
              </a:spcBef>
              <a:spcAft>
                <a:spcPts val="0"/>
              </a:spcAft>
              <a:buClr>
                <a:srgbClr val="3F3F3F"/>
              </a:buClr>
              <a:buSzPts val="1980"/>
              <a:buFont typeface="Noto Sans Symbols"/>
              <a:buChar char="🡽"/>
              <a:defRPr sz="2200" b="0" i="0" u="none" strike="noStrike" cap="none">
                <a:solidFill>
                  <a:srgbClr val="262626"/>
                </a:solidFill>
                <a:latin typeface="Calibri"/>
                <a:ea typeface="Calibri"/>
                <a:cs typeface="Calibri"/>
                <a:sym typeface="Calibri"/>
              </a:defRPr>
            </a:lvl2pPr>
            <a:lvl3pPr marL="1371600" marR="0" lvl="2" indent="-342900" algn="l" rtl="0">
              <a:spcBef>
                <a:spcPts val="600"/>
              </a:spcBef>
              <a:spcAft>
                <a:spcPts val="0"/>
              </a:spcAft>
              <a:buClr>
                <a:srgbClr val="A5A5A5"/>
              </a:buClr>
              <a:buSzPts val="1800"/>
              <a:buFont typeface="Noto Sans Symbols"/>
              <a:buChar char="🡽"/>
              <a:defRPr sz="2000" b="0" i="0" u="none" strike="noStrike" cap="none">
                <a:solidFill>
                  <a:srgbClr val="262626"/>
                </a:solidFill>
                <a:latin typeface="Calibri"/>
                <a:ea typeface="Calibri"/>
                <a:cs typeface="Calibri"/>
                <a:sym typeface="Calibri"/>
              </a:defRPr>
            </a:lvl3pPr>
            <a:lvl4pPr marL="1828800" marR="0" lvl="3" indent="-331469"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4pPr>
            <a:lvl5pPr marL="2286000" marR="0" lvl="4"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5pPr>
            <a:lvl6pPr marL="2743200" marR="0" lvl="5" indent="-331470"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6pPr>
            <a:lvl7pPr marL="3200400" marR="0" lvl="6"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7pPr>
            <a:lvl8pPr marL="3657600" marR="0" lvl="7" indent="-331470"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8pPr>
            <a:lvl9pPr marL="4114800" marR="0" lvl="8"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9pPr>
          </a:lstStyle>
          <a:p>
            <a:endParaRPr/>
          </a:p>
        </p:txBody>
      </p:sp>
      <p:sp>
        <p:nvSpPr>
          <p:cNvPr id="11" name="Google Shape;11;p25"/>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1" i="0" u="none" strike="noStrike" cap="none">
                <a:solidFill>
                  <a:srgbClr val="A5A5A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1" i="0" u="none" strike="noStrike" cap="none">
                <a:solidFill>
                  <a:srgbClr val="A5A5A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1" i="0" u="none" strike="noStrike" cap="none">
                <a:solidFill>
                  <a:srgbClr val="262626"/>
                </a:solidFill>
                <a:latin typeface="Calibri"/>
                <a:ea typeface="Calibri"/>
                <a:cs typeface="Calibri"/>
                <a:sym typeface="Calibri"/>
              </a:defRPr>
            </a:lvl1pPr>
            <a:lvl2pPr marL="0" marR="0" lvl="1" indent="0" algn="r" rtl="0">
              <a:spcBef>
                <a:spcPts val="0"/>
              </a:spcBef>
              <a:buNone/>
              <a:defRPr sz="1400" b="1" i="0" u="none" strike="noStrike" cap="none">
                <a:solidFill>
                  <a:srgbClr val="262626"/>
                </a:solidFill>
                <a:latin typeface="Calibri"/>
                <a:ea typeface="Calibri"/>
                <a:cs typeface="Calibri"/>
                <a:sym typeface="Calibri"/>
              </a:defRPr>
            </a:lvl2pPr>
            <a:lvl3pPr marL="0" marR="0" lvl="2" indent="0" algn="r" rtl="0">
              <a:spcBef>
                <a:spcPts val="0"/>
              </a:spcBef>
              <a:buNone/>
              <a:defRPr sz="1400" b="1" i="0" u="none" strike="noStrike" cap="none">
                <a:solidFill>
                  <a:srgbClr val="262626"/>
                </a:solidFill>
                <a:latin typeface="Calibri"/>
                <a:ea typeface="Calibri"/>
                <a:cs typeface="Calibri"/>
                <a:sym typeface="Calibri"/>
              </a:defRPr>
            </a:lvl3pPr>
            <a:lvl4pPr marL="0" marR="0" lvl="3" indent="0" algn="r" rtl="0">
              <a:spcBef>
                <a:spcPts val="0"/>
              </a:spcBef>
              <a:buNone/>
              <a:defRPr sz="1400" b="1" i="0" u="none" strike="noStrike" cap="none">
                <a:solidFill>
                  <a:srgbClr val="262626"/>
                </a:solidFill>
                <a:latin typeface="Calibri"/>
                <a:ea typeface="Calibri"/>
                <a:cs typeface="Calibri"/>
                <a:sym typeface="Calibri"/>
              </a:defRPr>
            </a:lvl4pPr>
            <a:lvl5pPr marL="0" marR="0" lvl="4" indent="0" algn="r" rtl="0">
              <a:spcBef>
                <a:spcPts val="0"/>
              </a:spcBef>
              <a:buNone/>
              <a:defRPr sz="1400" b="1" i="0" u="none" strike="noStrike" cap="none">
                <a:solidFill>
                  <a:srgbClr val="262626"/>
                </a:solidFill>
                <a:latin typeface="Calibri"/>
                <a:ea typeface="Calibri"/>
                <a:cs typeface="Calibri"/>
                <a:sym typeface="Calibri"/>
              </a:defRPr>
            </a:lvl5pPr>
            <a:lvl6pPr marL="0" marR="0" lvl="5" indent="0" algn="r" rtl="0">
              <a:spcBef>
                <a:spcPts val="0"/>
              </a:spcBef>
              <a:buNone/>
              <a:defRPr sz="1400" b="1" i="0" u="none" strike="noStrike" cap="none">
                <a:solidFill>
                  <a:srgbClr val="262626"/>
                </a:solidFill>
                <a:latin typeface="Calibri"/>
                <a:ea typeface="Calibri"/>
                <a:cs typeface="Calibri"/>
                <a:sym typeface="Calibri"/>
              </a:defRPr>
            </a:lvl6pPr>
            <a:lvl7pPr marL="0" marR="0" lvl="6" indent="0" algn="r" rtl="0">
              <a:spcBef>
                <a:spcPts val="0"/>
              </a:spcBef>
              <a:buNone/>
              <a:defRPr sz="1400" b="1" i="0" u="none" strike="noStrike" cap="none">
                <a:solidFill>
                  <a:srgbClr val="262626"/>
                </a:solidFill>
                <a:latin typeface="Calibri"/>
                <a:ea typeface="Calibri"/>
                <a:cs typeface="Calibri"/>
                <a:sym typeface="Calibri"/>
              </a:defRPr>
            </a:lvl7pPr>
            <a:lvl8pPr marL="0" marR="0" lvl="7" indent="0" algn="r" rtl="0">
              <a:spcBef>
                <a:spcPts val="0"/>
              </a:spcBef>
              <a:buNone/>
              <a:defRPr sz="1400" b="1" i="0" u="none" strike="noStrike" cap="none">
                <a:solidFill>
                  <a:srgbClr val="262626"/>
                </a:solidFill>
                <a:latin typeface="Calibri"/>
                <a:ea typeface="Calibri"/>
                <a:cs typeface="Calibri"/>
                <a:sym typeface="Calibri"/>
              </a:defRPr>
            </a:lvl8pPr>
            <a:lvl9pPr marL="0" marR="0" lvl="8" indent="0" algn="r" rtl="0">
              <a:spcBef>
                <a:spcPts val="0"/>
              </a:spcBef>
              <a:buNone/>
              <a:defRPr sz="1400" b="1" i="0" u="none" strike="noStrike" cap="none">
                <a:solidFill>
                  <a:srgbClr val="26262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25"/>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marR="0" lvl="0" algn="r" rtl="0">
              <a:spcBef>
                <a:spcPts val="0"/>
              </a:spcBef>
              <a:spcAft>
                <a:spcPts val="0"/>
              </a:spcAft>
              <a:buClr>
                <a:schemeClr val="lt1"/>
              </a:buClr>
              <a:buSzPts val="4200"/>
              <a:buFont typeface="Corbel"/>
              <a:buNone/>
              <a:defRPr sz="4200" b="0" i="0" u="none" strike="noStrike" cap="non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njida.shimu@aiub.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Introduction To Compiler</a:t>
            </a:r>
            <a:endParaRPr/>
          </a:p>
        </p:txBody>
      </p:sp>
      <p:sp>
        <p:nvSpPr>
          <p:cNvPr id="209" name="Google Shape;209;p1"/>
          <p:cNvSpPr txBox="1">
            <a:spLocks noGrp="1"/>
          </p:cNvSpPr>
          <p:nvPr>
            <p:ph type="subTitle" idx="1"/>
          </p:nvPr>
        </p:nvSpPr>
        <p:spPr>
          <a:xfrm>
            <a:off x="476205" y="1532427"/>
            <a:ext cx="2789509"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r>
              <a:rPr lang="en-US"/>
              <a:t>Course Code: CSC 3220</a:t>
            </a:r>
            <a:endParaRPr/>
          </a:p>
        </p:txBody>
      </p:sp>
      <p:sp>
        <p:nvSpPr>
          <p:cNvPr id="210" name="Google Shape;210;p1"/>
          <p:cNvSpPr txBox="1"/>
          <p:nvPr/>
        </p:nvSpPr>
        <p:spPr>
          <a:xfrm>
            <a:off x="76971" y="2446757"/>
            <a:ext cx="902461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0070C0"/>
                </a:solidFill>
                <a:latin typeface="Arial"/>
                <a:ea typeface="Arial"/>
                <a:cs typeface="Arial"/>
                <a:sym typeface="Arial"/>
              </a:rPr>
              <a:t>Dept. of Computer Science</a:t>
            </a:r>
            <a:endParaRPr/>
          </a:p>
          <a:p>
            <a:pPr marL="0" marR="0" lvl="0" indent="0" algn="ctr" rtl="0">
              <a:spcBef>
                <a:spcPts val="0"/>
              </a:spcBef>
              <a:spcAft>
                <a:spcPts val="0"/>
              </a:spcAft>
              <a:buNone/>
            </a:pPr>
            <a:r>
              <a:rPr lang="en-US" sz="2000" b="1" i="0" u="none" strike="noStrike" cap="none">
                <a:solidFill>
                  <a:srgbClr val="0070C0"/>
                </a:solidFill>
                <a:latin typeface="Arial"/>
                <a:ea typeface="Arial"/>
                <a:cs typeface="Arial"/>
                <a:sym typeface="Arial"/>
              </a:rPr>
              <a:t>Faculty of Science and Technology</a:t>
            </a:r>
            <a:endParaRPr sz="2400" b="1" i="0" u="none" strike="noStrike" cap="none">
              <a:solidFill>
                <a:srgbClr val="0070C0"/>
              </a:solidFill>
              <a:latin typeface="Arial"/>
              <a:ea typeface="Arial"/>
              <a:cs typeface="Arial"/>
              <a:sym typeface="Arial"/>
            </a:endParaRPr>
          </a:p>
        </p:txBody>
      </p:sp>
      <p:graphicFrame>
        <p:nvGraphicFramePr>
          <p:cNvPr id="211" name="Google Shape;211;p1"/>
          <p:cNvGraphicFramePr/>
          <p:nvPr>
            <p:extLst>
              <p:ext uri="{D42A27DB-BD31-4B8C-83A1-F6EECF244321}">
                <p14:modId xmlns:p14="http://schemas.microsoft.com/office/powerpoint/2010/main" val="2343471881"/>
              </p:ext>
            </p:extLst>
          </p:nvPr>
        </p:nvGraphicFramePr>
        <p:xfrm>
          <a:off x="421341" y="4167226"/>
          <a:ext cx="8335800" cy="1293135"/>
        </p:xfrm>
        <a:graphic>
          <a:graphicData uri="http://schemas.openxmlformats.org/drawingml/2006/table">
            <a:tbl>
              <a:tblPr firstRow="1" bandRow="1">
                <a:noFill/>
                <a:tableStyleId>{BD2C6AEE-A765-4706-A8F8-8BFAA8479E8B}</a:tableStyleId>
              </a:tblPr>
              <a:tblGrid>
                <a:gridCol w="1483225">
                  <a:extLst>
                    <a:ext uri="{9D8B030D-6E8A-4147-A177-3AD203B41FA5}">
                      <a16:colId xmlns:a16="http://schemas.microsoft.com/office/drawing/2014/main" val="20000"/>
                    </a:ext>
                  </a:extLst>
                </a:gridCol>
                <a:gridCol w="1397725">
                  <a:extLst>
                    <a:ext uri="{9D8B030D-6E8A-4147-A177-3AD203B41FA5}">
                      <a16:colId xmlns:a16="http://schemas.microsoft.com/office/drawing/2014/main" val="20001"/>
                    </a:ext>
                  </a:extLst>
                </a:gridCol>
                <a:gridCol w="1227900">
                  <a:extLst>
                    <a:ext uri="{9D8B030D-6E8A-4147-A177-3AD203B41FA5}">
                      <a16:colId xmlns:a16="http://schemas.microsoft.com/office/drawing/2014/main" val="20002"/>
                    </a:ext>
                  </a:extLst>
                </a:gridCol>
                <a:gridCol w="1541425">
                  <a:extLst>
                    <a:ext uri="{9D8B030D-6E8A-4147-A177-3AD203B41FA5}">
                      <a16:colId xmlns:a16="http://schemas.microsoft.com/office/drawing/2014/main" val="20003"/>
                    </a:ext>
                  </a:extLst>
                </a:gridCol>
                <a:gridCol w="1240975">
                  <a:extLst>
                    <a:ext uri="{9D8B030D-6E8A-4147-A177-3AD203B41FA5}">
                      <a16:colId xmlns:a16="http://schemas.microsoft.com/office/drawing/2014/main" val="20004"/>
                    </a:ext>
                  </a:extLst>
                </a:gridCol>
                <a:gridCol w="1444550">
                  <a:extLst>
                    <a:ext uri="{9D8B030D-6E8A-4147-A177-3AD203B41FA5}">
                      <a16:colId xmlns:a16="http://schemas.microsoft.com/office/drawing/2014/main" val="20005"/>
                    </a:ext>
                  </a:extLst>
                </a:gridCol>
              </a:tblGrid>
              <a:tr h="378725">
                <a:tc>
                  <a:txBody>
                    <a:bodyPr/>
                    <a:lstStyle/>
                    <a:p>
                      <a:pPr marL="0" marR="0" lvl="0" indent="0" algn="l" rtl="0">
                        <a:spcBef>
                          <a:spcPts val="0"/>
                        </a:spcBef>
                        <a:spcAft>
                          <a:spcPts val="0"/>
                        </a:spcAft>
                        <a:buNone/>
                      </a:pPr>
                      <a:r>
                        <a:rPr lang="en-US" sz="1800" u="none" strike="noStrike" cap="none" dirty="0"/>
                        <a:t>Lecture No:</a:t>
                      </a:r>
                      <a:endParaRPr dirty="0"/>
                    </a:p>
                  </a:txBody>
                  <a:tcPr marL="91450" marR="91450" marT="45725" marB="45725"/>
                </a:tc>
                <a:tc>
                  <a:txBody>
                    <a:bodyPr/>
                    <a:lstStyle/>
                    <a:p>
                      <a:pPr marL="0" marR="0" lvl="0" indent="0" algn="l" rtl="0">
                        <a:spcBef>
                          <a:spcPts val="0"/>
                        </a:spcBef>
                        <a:spcAft>
                          <a:spcPts val="0"/>
                        </a:spcAft>
                        <a:buNone/>
                      </a:pPr>
                      <a:r>
                        <a:rPr lang="en-US" sz="1800" dirty="0"/>
                        <a:t>1</a:t>
                      </a:r>
                      <a:endParaRPr sz="1800" dirty="0"/>
                    </a:p>
                  </a:txBody>
                  <a:tcPr marL="91450" marR="91450" marT="45725" marB="45725"/>
                </a:tc>
                <a:tc>
                  <a:txBody>
                    <a:bodyPr/>
                    <a:lstStyle/>
                    <a:p>
                      <a:pPr marL="0" marR="0" lvl="0" indent="0" algn="l" rtl="0">
                        <a:spcBef>
                          <a:spcPts val="0"/>
                        </a:spcBef>
                        <a:spcAft>
                          <a:spcPts val="0"/>
                        </a:spcAft>
                        <a:buNone/>
                      </a:pPr>
                      <a:r>
                        <a:rPr lang="en-US" sz="1800"/>
                        <a:t>Week No:</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dirty="0"/>
                        <a:t>Semester:</a:t>
                      </a:r>
                      <a:endParaRPr dirty="0"/>
                    </a:p>
                  </a:txBody>
                  <a:tcPr marL="91450" marR="91450" marT="45725" marB="45725"/>
                </a:tc>
                <a:tc>
                  <a:txBody>
                    <a:bodyPr/>
                    <a:lstStyle/>
                    <a:p>
                      <a:pPr marL="0" lvl="0" indent="0" algn="l" rtl="0">
                        <a:spcBef>
                          <a:spcPts val="0"/>
                        </a:spcBef>
                        <a:spcAft>
                          <a:spcPts val="0"/>
                        </a:spcAft>
                        <a:buNone/>
                      </a:pPr>
                      <a:r>
                        <a:rPr lang="en-US" sz="1600" dirty="0"/>
                        <a:t>Fall 2025-2026</a:t>
                      </a:r>
                      <a:endParaRPr sz="1600" dirty="0"/>
                    </a:p>
                  </a:txBody>
                  <a:tcPr marL="91450" marR="91450" marT="45725" marB="45725"/>
                </a:tc>
                <a:extLst>
                  <a:ext uri="{0D108BD9-81ED-4DB2-BD59-A6C34878D82A}">
                    <a16:rowId xmlns:a16="http://schemas.microsoft.com/office/drawing/2014/main" val="10000"/>
                  </a:ext>
                </a:extLst>
              </a:tr>
              <a:tr h="378725">
                <a:tc>
                  <a:txBody>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dirty="0">
                          <a:solidFill>
                            <a:srgbClr val="000000"/>
                          </a:solidFill>
                          <a:latin typeface="Calibri"/>
                          <a:ea typeface="Calibri"/>
                          <a:cs typeface="Calibri"/>
                          <a:sym typeface="Calibri"/>
                        </a:rPr>
                        <a:t>Lecturer:</a:t>
                      </a:r>
                      <a:endParaRPr dirty="0"/>
                    </a:p>
                  </a:txBody>
                  <a:tcPr marL="91450" marR="91450" marT="45725" marB="45725"/>
                </a:tc>
                <a:tc gridSpan="5">
                  <a:txBody>
                    <a:bodyPr/>
                    <a:lstStyle/>
                    <a:p>
                      <a:pPr marL="0" marR="0" lvl="0" indent="0" algn="l" rtl="0">
                        <a:spcBef>
                          <a:spcPts val="0"/>
                        </a:spcBef>
                        <a:spcAft>
                          <a:spcPts val="0"/>
                        </a:spcAft>
                        <a:buNone/>
                      </a:pPr>
                      <a:r>
                        <a:rPr lang="en-US" sz="1800" i="1" dirty="0" err="1"/>
                        <a:t>Sanjida</a:t>
                      </a:r>
                      <a:r>
                        <a:rPr lang="en-US" sz="1800" i="1" dirty="0"/>
                        <a:t> Afroz </a:t>
                      </a:r>
                      <a:r>
                        <a:rPr lang="en-US" sz="1800" i="1" dirty="0" err="1"/>
                        <a:t>Shimu</a:t>
                      </a:r>
                      <a:endParaRPr lang="en-US" sz="1800" i="1" dirty="0"/>
                    </a:p>
                    <a:p>
                      <a:pPr marL="0" marR="0" lvl="0" indent="0" algn="l" rtl="0">
                        <a:spcBef>
                          <a:spcPts val="0"/>
                        </a:spcBef>
                        <a:spcAft>
                          <a:spcPts val="0"/>
                        </a:spcAft>
                        <a:buNone/>
                      </a:pPr>
                      <a:r>
                        <a:rPr lang="en-US" sz="1800" i="1" dirty="0">
                          <a:hlinkClick r:id="rId3"/>
                        </a:rPr>
                        <a:t>Email: sanjida.shimu@aiub.edu</a:t>
                      </a:r>
                      <a:endParaRPr lang="en-US" sz="1800" i="1" dirty="0"/>
                    </a:p>
                    <a:p>
                      <a:pPr marL="0" marR="0" lvl="0" indent="0" algn="l" rtl="0">
                        <a:spcBef>
                          <a:spcPts val="0"/>
                        </a:spcBef>
                        <a:spcAft>
                          <a:spcPts val="0"/>
                        </a:spcAft>
                        <a:buNone/>
                      </a:pPr>
                      <a:r>
                        <a:rPr lang="en-US" sz="1800" i="1" dirty="0"/>
                        <a:t>Room: 9310B [Annex-9]</a:t>
                      </a:r>
                    </a:p>
                  </a:txBody>
                  <a:tcPr marL="91450" marR="91450" marT="45725" marB="457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212" name="Google Shape;212;p1"/>
          <p:cNvSpPr txBox="1"/>
          <p:nvPr/>
        </p:nvSpPr>
        <p:spPr>
          <a:xfrm>
            <a:off x="3320578" y="1538380"/>
            <a:ext cx="4164439" cy="48463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A5A5A5"/>
              </a:buClr>
              <a:buSzPts val="1620"/>
              <a:buFont typeface="Noto Sans Symbols"/>
              <a:buNone/>
            </a:pPr>
            <a:r>
              <a:rPr lang="en-US" sz="1800" b="0" i="0" u="none" strike="noStrike" cap="none">
                <a:solidFill>
                  <a:schemeClr val="lt1"/>
                </a:solidFill>
                <a:latin typeface="Calibri"/>
                <a:ea typeface="Calibri"/>
                <a:cs typeface="Calibri"/>
                <a:sym typeface="Calibri"/>
              </a:rPr>
              <a:t>Course Title: Compiler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Lecture Outline</a:t>
            </a:r>
            <a:endParaRPr/>
          </a:p>
        </p:txBody>
      </p:sp>
      <p:sp>
        <p:nvSpPr>
          <p:cNvPr id="218" name="Google Shape;218;p2"/>
          <p:cNvSpPr txBox="1">
            <a:spLocks noGrp="1"/>
          </p:cNvSpPr>
          <p:nvPr>
            <p:ph type="subTitle" idx="1"/>
          </p:nvPr>
        </p:nvSpPr>
        <p:spPr>
          <a:xfrm>
            <a:off x="486697" y="2363927"/>
            <a:ext cx="7754112" cy="3722079"/>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2160"/>
              <a:buAutoNum type="arabicPeriod"/>
            </a:pPr>
            <a:r>
              <a:rPr lang="en-US" sz="2400">
                <a:solidFill>
                  <a:schemeClr val="dk1"/>
                </a:solidFill>
              </a:rPr>
              <a:t>Vision, Mission, Quality Policy, and Goals of AIUB</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Vision and Mission of Computer Science Department</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Course Evaluation</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Objective of this Course</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Basic things of a Compiler</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Language Processors</a:t>
            </a:r>
            <a:endParaRPr/>
          </a:p>
          <a:p>
            <a:pPr marL="342900" lvl="0" indent="-205740" algn="l" rtl="0">
              <a:lnSpc>
                <a:spcPct val="100000"/>
              </a:lnSpc>
              <a:spcBef>
                <a:spcPts val="0"/>
              </a:spcBef>
              <a:spcAft>
                <a:spcPts val="0"/>
              </a:spcAft>
              <a:buSzPts val="2160"/>
              <a:buNone/>
            </a:pPr>
            <a:endParaRPr sz="2400">
              <a:solidFill>
                <a:schemeClr val="dk1"/>
              </a:solidFill>
            </a:endParaRPr>
          </a:p>
          <a:p>
            <a:pPr marL="342900" lvl="0" indent="-205740" algn="l" rtl="0">
              <a:lnSpc>
                <a:spcPct val="100000"/>
              </a:lnSpc>
              <a:spcBef>
                <a:spcPts val="0"/>
              </a:spcBef>
              <a:spcAft>
                <a:spcPts val="0"/>
              </a:spcAft>
              <a:buSzPts val="2160"/>
              <a:buNone/>
            </a:pPr>
            <a:endParaRPr sz="2400">
              <a:solidFill>
                <a:schemeClr val="dk1"/>
              </a:solidFill>
            </a:endParaRPr>
          </a:p>
          <a:p>
            <a:pPr marL="342900" lvl="0" indent="-240030" algn="l" rtl="0">
              <a:lnSpc>
                <a:spcPct val="100000"/>
              </a:lnSpc>
              <a:spcBef>
                <a:spcPts val="0"/>
              </a:spcBef>
              <a:spcAft>
                <a:spcPts val="0"/>
              </a:spcAft>
              <a:buSzPts val="1620"/>
              <a:buNone/>
            </a:pPr>
            <a:endParaRPr>
              <a:solidFill>
                <a:schemeClr val="dk1"/>
              </a:solidFill>
            </a:endParaRPr>
          </a:p>
          <a:p>
            <a:pPr marL="342900" lvl="0" indent="-240030" algn="l" rtl="0">
              <a:lnSpc>
                <a:spcPct val="100000"/>
              </a:lnSpc>
              <a:spcBef>
                <a:spcPts val="0"/>
              </a:spcBef>
              <a:spcAft>
                <a:spcPts val="0"/>
              </a:spcAft>
              <a:buSzPts val="1620"/>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Vision</a:t>
            </a:r>
            <a:endParaRPr/>
          </a:p>
        </p:txBody>
      </p:sp>
      <p:sp>
        <p:nvSpPr>
          <p:cNvPr id="224" name="Google Shape;224;p3"/>
          <p:cNvSpPr txBox="1"/>
          <p:nvPr/>
        </p:nvSpPr>
        <p:spPr>
          <a:xfrm>
            <a:off x="421341" y="2435896"/>
            <a:ext cx="8469441"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a:solidFill>
                  <a:schemeClr val="dk1"/>
                </a:solidFill>
                <a:latin typeface="Calibri"/>
                <a:ea typeface="Calibri"/>
                <a:cs typeface="Calibri"/>
                <a:sym typeface="Calibri"/>
              </a:rPr>
              <a:t>AMERICAN INTERNATIONAL UNIVERSITY-BANGLADESH (AIUB) envisions promoting professionals and excellent leadership catering to the technological progress and development needs of the country.</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Mission</a:t>
            </a:r>
            <a:endParaRPr/>
          </a:p>
        </p:txBody>
      </p:sp>
      <p:sp>
        <p:nvSpPr>
          <p:cNvPr id="230" name="Google Shape;230;p4"/>
          <p:cNvSpPr txBox="1"/>
          <p:nvPr/>
        </p:nvSpPr>
        <p:spPr>
          <a:xfrm>
            <a:off x="421341" y="2435896"/>
            <a:ext cx="8469441" cy="26776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a:solidFill>
                  <a:schemeClr val="dk1"/>
                </a:solidFill>
                <a:latin typeface="Calibri"/>
                <a:ea typeface="Calibri"/>
                <a:cs typeface="Calibri"/>
                <a:sym typeface="Calibri"/>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5"/>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Quality Policy</a:t>
            </a:r>
            <a:endParaRPr/>
          </a:p>
        </p:txBody>
      </p:sp>
      <p:sp>
        <p:nvSpPr>
          <p:cNvPr id="236" name="Google Shape;236;p5"/>
          <p:cNvSpPr txBox="1"/>
          <p:nvPr/>
        </p:nvSpPr>
        <p:spPr>
          <a:xfrm>
            <a:off x="421341" y="2435896"/>
            <a:ext cx="8469441" cy="34778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u="none" strike="noStrike" cap="none">
                <a:solidFill>
                  <a:schemeClr val="dk1"/>
                </a:solidFill>
                <a:latin typeface="Calibri"/>
                <a:ea typeface="Calibri"/>
                <a:cs typeface="Calibri"/>
                <a:sym typeface="Calibri"/>
              </a:rPr>
              <a:t>“Quality shall be adhered to in conformity with the prescribed national and international standards of quality and excellence including those provided by the professional bodies and organizations. The American International University- Bangladesh is committed to translate into actions the programs, projects and activities related to the sustainable delivery of quality management operation system. The students being the valued customers are the central focus of the university shall be provided with utmost care and attention to meet their primordial needs and future career success. In view of this commitment, the university shall exert best efforts to harmonize its action through collaboration, cooperation and consultation with every unit and components of the university.”</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6"/>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Goals</a:t>
            </a:r>
            <a:endParaRPr/>
          </a:p>
        </p:txBody>
      </p:sp>
      <p:sp>
        <p:nvSpPr>
          <p:cNvPr id="242" name="Google Shape;242;p6"/>
          <p:cNvSpPr txBox="1"/>
          <p:nvPr/>
        </p:nvSpPr>
        <p:spPr>
          <a:xfrm>
            <a:off x="421341" y="1927900"/>
            <a:ext cx="8469441" cy="440120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Sustain development and progress of the university</a:t>
            </a:r>
            <a:endParaRPr dirty="0"/>
          </a:p>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Continue to upgrade educational services and facilities responsive</a:t>
            </a:r>
            <a:endParaRPr dirty="0"/>
          </a:p>
          <a:p>
            <a:pPr marL="0" marR="0" lvl="0" indent="0" algn="just" rtl="0">
              <a:spcBef>
                <a:spcPts val="0"/>
              </a:spcBef>
              <a:spcAft>
                <a:spcPts val="0"/>
              </a:spcAft>
              <a:buNone/>
            </a:pPr>
            <a:r>
              <a:rPr lang="en-US" sz="2000" b="0" i="0" u="none" strike="noStrike" cap="none" dirty="0">
                <a:solidFill>
                  <a:schemeClr val="dk1"/>
                </a:solidFill>
                <a:latin typeface="Calibri"/>
                <a:ea typeface="Calibri"/>
                <a:cs typeface="Calibri"/>
                <a:sym typeface="Calibri"/>
              </a:rPr>
              <a:t>      of the demands for change and needs of the society</a:t>
            </a:r>
            <a:endParaRPr dirty="0"/>
          </a:p>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Inculcate professional culture among management, faculty and </a:t>
            </a:r>
            <a:endParaRPr dirty="0"/>
          </a:p>
          <a:p>
            <a:pPr marL="0" marR="0" lvl="0" indent="0" algn="just" rtl="0">
              <a:spcBef>
                <a:spcPts val="0"/>
              </a:spcBef>
              <a:spcAft>
                <a:spcPts val="0"/>
              </a:spcAft>
              <a:buNone/>
            </a:pPr>
            <a:r>
              <a:rPr lang="en-US" sz="2000" b="0" i="0" u="none" strike="noStrike" cap="none" dirty="0">
                <a:solidFill>
                  <a:schemeClr val="dk1"/>
                </a:solidFill>
                <a:latin typeface="Calibri"/>
                <a:ea typeface="Calibri"/>
                <a:cs typeface="Calibri"/>
                <a:sym typeface="Calibri"/>
              </a:rPr>
              <a:t>      personnel in the attainment of the institution's vision, mission and goals</a:t>
            </a:r>
            <a:endParaRPr dirty="0"/>
          </a:p>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Enhance research consciousness in discovering new dimensions for curriculum development and enrichment</a:t>
            </a:r>
            <a:endParaRPr dirty="0"/>
          </a:p>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Implement meaningful and relevant community outreach programs reflective  of the available resources and expertise of the university</a:t>
            </a:r>
            <a:endParaRPr dirty="0"/>
          </a:p>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Establish strong networking of programs, sharing of resources and expertise </a:t>
            </a:r>
            <a:endParaRPr dirty="0"/>
          </a:p>
          <a:p>
            <a:pPr marL="0" marR="0" lvl="0" indent="0" algn="just" rtl="0">
              <a:spcBef>
                <a:spcPts val="0"/>
              </a:spcBef>
              <a:spcAft>
                <a:spcPts val="0"/>
              </a:spcAft>
              <a:buNone/>
            </a:pPr>
            <a:r>
              <a:rPr lang="en-US" sz="2000" b="0" i="0" u="none" strike="noStrike" cap="none" dirty="0">
                <a:solidFill>
                  <a:schemeClr val="dk1"/>
                </a:solidFill>
                <a:latin typeface="Calibri"/>
                <a:ea typeface="Calibri"/>
                <a:cs typeface="Calibri"/>
                <a:sym typeface="Calibri"/>
              </a:rPr>
              <a:t>      with local and international educational institutions and organizations</a:t>
            </a:r>
            <a:endParaRPr dirty="0"/>
          </a:p>
          <a:p>
            <a:pPr marL="342900" marR="0" lvl="0" indent="-342900" algn="just"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Calibri"/>
                <a:ea typeface="Calibri"/>
                <a:cs typeface="Calibri"/>
                <a:sym typeface="Calibri"/>
              </a:rPr>
              <a:t>Accelerate the participation of alumni, students and professionals in the implementation of educational programs and development of projects designed to expand and improve global academic standards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7"/>
          <p:cNvSpPr txBox="1">
            <a:spLocks noGrp="1"/>
          </p:cNvSpPr>
          <p:nvPr>
            <p:ph type="ctrTitle"/>
          </p:nvPr>
        </p:nvSpPr>
        <p:spPr>
          <a:xfrm>
            <a:off x="421341" y="608659"/>
            <a:ext cx="7808976" cy="1088136"/>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4545"/>
              </a:lnSpc>
              <a:spcBef>
                <a:spcPts val="0"/>
              </a:spcBef>
              <a:spcAft>
                <a:spcPts val="0"/>
              </a:spcAft>
              <a:buClr>
                <a:schemeClr val="lt1"/>
              </a:buClr>
              <a:buSzPct val="100000"/>
              <a:buFont typeface="Corbel"/>
              <a:buNone/>
            </a:pPr>
            <a:r>
              <a:rPr lang="en-US" sz="4400"/>
              <a:t>Vision of Computer Science Department</a:t>
            </a:r>
            <a:endParaRPr/>
          </a:p>
        </p:txBody>
      </p:sp>
      <p:sp>
        <p:nvSpPr>
          <p:cNvPr id="248" name="Google Shape;248;p7"/>
          <p:cNvSpPr txBox="1"/>
          <p:nvPr/>
        </p:nvSpPr>
        <p:spPr>
          <a:xfrm>
            <a:off x="421341" y="2319786"/>
            <a:ext cx="8469441" cy="163121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u="none" strike="noStrike" cap="none">
                <a:solidFill>
                  <a:schemeClr val="dk1"/>
                </a:solidFill>
                <a:latin typeface="Calibri"/>
                <a:ea typeface="Calibri"/>
                <a:cs typeface="Calibri"/>
                <a:sym typeface="Calibri"/>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endParaRPr sz="20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8"/>
          <p:cNvSpPr txBox="1">
            <a:spLocks noGrp="1"/>
          </p:cNvSpPr>
          <p:nvPr>
            <p:ph type="ctrTitle"/>
          </p:nvPr>
        </p:nvSpPr>
        <p:spPr>
          <a:xfrm>
            <a:off x="421341" y="608659"/>
            <a:ext cx="7808976" cy="1088136"/>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4545"/>
              </a:lnSpc>
              <a:spcBef>
                <a:spcPts val="0"/>
              </a:spcBef>
              <a:spcAft>
                <a:spcPts val="0"/>
              </a:spcAft>
              <a:buClr>
                <a:schemeClr val="lt1"/>
              </a:buClr>
              <a:buSzPct val="100000"/>
              <a:buFont typeface="Corbel"/>
              <a:buNone/>
            </a:pPr>
            <a:r>
              <a:rPr lang="en-US" sz="4400"/>
              <a:t>Mission of Computer Science Department</a:t>
            </a:r>
            <a:endParaRPr/>
          </a:p>
        </p:txBody>
      </p:sp>
      <p:sp>
        <p:nvSpPr>
          <p:cNvPr id="254" name="Google Shape;254;p8"/>
          <p:cNvSpPr txBox="1"/>
          <p:nvPr/>
        </p:nvSpPr>
        <p:spPr>
          <a:xfrm>
            <a:off x="421341" y="2319786"/>
            <a:ext cx="8469441"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u="none" strike="noStrike" cap="none">
                <a:solidFill>
                  <a:schemeClr val="dk1"/>
                </a:solidFill>
                <a:latin typeface="Calibri"/>
                <a:ea typeface="Calibri"/>
                <a:cs typeface="Calibri"/>
                <a:sym typeface="Calibri"/>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endParaRPr sz="20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9"/>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Objectives and Outcomes</a:t>
            </a:r>
            <a:endParaRPr/>
          </a:p>
        </p:txBody>
      </p:sp>
      <p:sp>
        <p:nvSpPr>
          <p:cNvPr id="260" name="Google Shape;260;p9"/>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endParaRPr/>
          </a:p>
        </p:txBody>
      </p:sp>
      <p:sp>
        <p:nvSpPr>
          <p:cNvPr id="261" name="Google Shape;261;p9"/>
          <p:cNvSpPr txBox="1"/>
          <p:nvPr/>
        </p:nvSpPr>
        <p:spPr>
          <a:xfrm>
            <a:off x="783772" y="2435897"/>
            <a:ext cx="7484741" cy="29546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Calibri"/>
                <a:ea typeface="Calibri"/>
                <a:cs typeface="Calibri"/>
                <a:sym typeface="Calibri"/>
              </a:rPr>
              <a:t>Objectives:</a:t>
            </a:r>
            <a:endParaRPr sz="2000">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Understand the objective of this Course</a:t>
            </a:r>
            <a:endParaRPr/>
          </a:p>
          <a:p>
            <a:pPr marL="800100" marR="0" lvl="1" indent="-34290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Understand the basic concept of a compiler</a:t>
            </a:r>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Noto Sans Symbols"/>
              <a:buNone/>
            </a:pPr>
            <a:endParaRPr sz="20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Outcomes:</a:t>
            </a:r>
            <a:endParaRPr/>
          </a:p>
          <a:p>
            <a:pPr marL="800100" marR="0" lvl="1" indent="-34290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Students should be able to understand the importance of a compiler</a:t>
            </a:r>
            <a:endParaRPr/>
          </a:p>
          <a:p>
            <a:pPr marL="800100" marR="0" lvl="1" indent="-342900" algn="l"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Students will analyze  the language Processors.</a:t>
            </a:r>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0"/>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Basic things of a Compiler</a:t>
            </a:r>
            <a:endParaRPr/>
          </a:p>
        </p:txBody>
      </p:sp>
      <p:sp>
        <p:nvSpPr>
          <p:cNvPr id="267" name="Google Shape;267;p10"/>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endParaRPr/>
          </a:p>
        </p:txBody>
      </p:sp>
      <p:sp>
        <p:nvSpPr>
          <p:cNvPr id="268" name="Google Shape;268;p10"/>
          <p:cNvSpPr txBox="1"/>
          <p:nvPr/>
        </p:nvSpPr>
        <p:spPr>
          <a:xfrm>
            <a:off x="783772" y="2435897"/>
            <a:ext cx="7484741" cy="175432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What is a Compiler?</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Why do we need a compiler?</a:t>
            </a:r>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Why study compilers?</a:t>
            </a:r>
            <a:endParaRPr/>
          </a:p>
          <a:p>
            <a:pPr marL="342900" marR="0" lvl="0" indent="-22860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1"/>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Basic things of a Compiler</a:t>
            </a:r>
            <a:endParaRPr/>
          </a:p>
        </p:txBody>
      </p:sp>
      <p:sp>
        <p:nvSpPr>
          <p:cNvPr id="274" name="Google Shape;274;p11"/>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endParaRPr/>
          </a:p>
        </p:txBody>
      </p:sp>
      <p:sp>
        <p:nvSpPr>
          <p:cNvPr id="275" name="Google Shape;275;p11"/>
          <p:cNvSpPr txBox="1"/>
          <p:nvPr/>
        </p:nvSpPr>
        <p:spPr>
          <a:xfrm>
            <a:off x="900332" y="2098266"/>
            <a:ext cx="7329985" cy="63401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Compilers Construction touches many topics in Computer Science</a:t>
            </a: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Theory</a:t>
            </a:r>
            <a:endParaRPr/>
          </a:p>
          <a:p>
            <a:pPr marL="800100" marR="0" lvl="1" indent="-342900" algn="l" rtl="0">
              <a:spcBef>
                <a:spcPts val="0"/>
              </a:spcBef>
              <a:spcAft>
                <a:spcPts val="0"/>
              </a:spcAft>
              <a:buClr>
                <a:schemeClr val="dk1"/>
              </a:buClr>
              <a:buSzPts val="2000"/>
              <a:buFont typeface="Noto Sans Symbols"/>
              <a:buChar char="▪"/>
            </a:pPr>
            <a:r>
              <a:rPr lang="en-US" sz="2000" b="0" i="0" u="none" strike="noStrike" cap="none">
                <a:solidFill>
                  <a:schemeClr val="dk1"/>
                </a:solidFill>
                <a:latin typeface="Calibri"/>
                <a:ea typeface="Calibri"/>
                <a:cs typeface="Calibri"/>
                <a:sym typeface="Calibri"/>
              </a:rPr>
              <a:t>Finite State Automata, Grammars and Parsing, data-flow</a:t>
            </a:r>
            <a:endParaRPr/>
          </a:p>
          <a:p>
            <a:pPr marL="457200" marR="0" lvl="0" indent="-457200" algn="l" rtl="0">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Algorithms</a:t>
            </a:r>
            <a:endParaRPr/>
          </a:p>
          <a:p>
            <a:pPr marL="914400" marR="0" lvl="1" indent="-457200" algn="l" rtl="0">
              <a:spcBef>
                <a:spcPts val="0"/>
              </a:spcBef>
              <a:spcAft>
                <a:spcPts val="0"/>
              </a:spcAft>
              <a:buClr>
                <a:schemeClr val="dk1"/>
              </a:buClr>
              <a:buSzPts val="2000"/>
              <a:buFont typeface="Noto Sans Symbols"/>
              <a:buChar char="▪"/>
            </a:pPr>
            <a:r>
              <a:rPr lang="en-US" sz="2000" b="0" i="0" u="none" strike="noStrike" cap="none">
                <a:solidFill>
                  <a:schemeClr val="dk1"/>
                </a:solidFill>
                <a:latin typeface="Calibri"/>
                <a:ea typeface="Calibri"/>
                <a:cs typeface="Calibri"/>
                <a:sym typeface="Calibri"/>
              </a:rPr>
              <a:t>Graph manipulation, dynamic programming</a:t>
            </a:r>
            <a:endParaRPr/>
          </a:p>
          <a:p>
            <a:pPr marL="457200" marR="0" lvl="0" indent="-457200" algn="l" rtl="0">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Data structures</a:t>
            </a:r>
            <a:endParaRPr/>
          </a:p>
          <a:p>
            <a:pPr marL="914400" marR="0" lvl="1" indent="-457200" algn="l" rtl="0">
              <a:spcBef>
                <a:spcPts val="0"/>
              </a:spcBef>
              <a:spcAft>
                <a:spcPts val="0"/>
              </a:spcAft>
              <a:buClr>
                <a:schemeClr val="dk1"/>
              </a:buClr>
              <a:buSzPts val="2000"/>
              <a:buFont typeface="Noto Sans Symbols"/>
              <a:buChar char="▪"/>
            </a:pPr>
            <a:r>
              <a:rPr lang="en-US" sz="2000" b="0" i="0" u="none" strike="noStrike" cap="none">
                <a:solidFill>
                  <a:schemeClr val="dk1"/>
                </a:solidFill>
                <a:latin typeface="Calibri"/>
                <a:ea typeface="Calibri"/>
                <a:cs typeface="Calibri"/>
                <a:sym typeface="Calibri"/>
              </a:rPr>
              <a:t>Symbol tables, abstract syntax trees</a:t>
            </a:r>
            <a:endParaRPr/>
          </a:p>
          <a:p>
            <a:pPr marL="457200" marR="0" lvl="0" indent="-457200" algn="l" rtl="0">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Software Engineering</a:t>
            </a:r>
            <a:endParaRPr/>
          </a:p>
          <a:p>
            <a:pPr marL="914400" marR="0" lvl="1" indent="-457200" algn="l" rtl="0">
              <a:spcBef>
                <a:spcPts val="0"/>
              </a:spcBef>
              <a:spcAft>
                <a:spcPts val="0"/>
              </a:spcAft>
              <a:buClr>
                <a:schemeClr val="dk1"/>
              </a:buClr>
              <a:buSzPts val="2000"/>
              <a:buFont typeface="Noto Sans Symbols"/>
              <a:buChar char="▪"/>
            </a:pPr>
            <a:r>
              <a:rPr lang="en-US" sz="2000" b="0" i="0" u="none" strike="noStrike" cap="none">
                <a:solidFill>
                  <a:schemeClr val="dk1"/>
                </a:solidFill>
                <a:latin typeface="Calibri"/>
                <a:ea typeface="Calibri"/>
                <a:cs typeface="Calibri"/>
                <a:sym typeface="Calibri"/>
              </a:rPr>
              <a:t>Software development environments, debugging</a:t>
            </a:r>
            <a:endParaRPr/>
          </a:p>
          <a:p>
            <a:pPr marL="457200" marR="0" lvl="0" indent="-457200" algn="l" rtl="0">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Artificial Intelligence</a:t>
            </a:r>
            <a:endParaRPr/>
          </a:p>
          <a:p>
            <a:pPr marL="914400" marR="0" lvl="1" indent="-457200" algn="l" rtl="0">
              <a:spcBef>
                <a:spcPts val="0"/>
              </a:spcBef>
              <a:spcAft>
                <a:spcPts val="0"/>
              </a:spcAft>
              <a:buClr>
                <a:schemeClr val="dk1"/>
              </a:buClr>
              <a:buSzPts val="2000"/>
              <a:buFont typeface="Noto Sans Symbols"/>
              <a:buChar char="▪"/>
            </a:pPr>
            <a:r>
              <a:rPr lang="en-US" sz="2000" b="0" i="0" u="none" strike="noStrike" cap="none">
                <a:solidFill>
                  <a:schemeClr val="dk1"/>
                </a:solidFill>
                <a:latin typeface="Calibri"/>
                <a:ea typeface="Calibri"/>
                <a:cs typeface="Calibri"/>
                <a:sym typeface="Calibri"/>
              </a:rPr>
              <a:t>Heuristic based search</a:t>
            </a:r>
            <a:endParaRPr/>
          </a:p>
          <a:p>
            <a:pPr marL="914400" marR="0" lvl="1" indent="-330200" algn="l" rtl="0">
              <a:spcBef>
                <a:spcPts val="0"/>
              </a:spcBef>
              <a:spcAft>
                <a:spcPts val="0"/>
              </a:spcAft>
              <a:buClr>
                <a:schemeClr val="dk1"/>
              </a:buClr>
              <a:buSzPts val="2000"/>
              <a:buFont typeface="Noto Sans Symbols"/>
              <a:buNone/>
            </a:pPr>
            <a:endParaRPr sz="2000" b="0" i="0" u="none" strike="noStrike" cap="none">
              <a:solidFill>
                <a:schemeClr val="dk1"/>
              </a:solidFill>
              <a:latin typeface="Calibri"/>
              <a:ea typeface="Calibri"/>
              <a:cs typeface="Calibri"/>
              <a:sym typeface="Calibri"/>
            </a:endParaRPr>
          </a:p>
          <a:p>
            <a:pPr marL="457200" marR="0" lvl="0" indent="-330200" algn="l" rtl="0">
              <a:spcBef>
                <a:spcPts val="0"/>
              </a:spcBef>
              <a:spcAft>
                <a:spcPts val="0"/>
              </a:spcAft>
              <a:buClr>
                <a:schemeClr val="dk1"/>
              </a:buClr>
              <a:buSzPts val="2000"/>
              <a:buFont typeface="Corbel"/>
              <a:buNone/>
            </a:pPr>
            <a:endParaRPr sz="2000">
              <a:solidFill>
                <a:schemeClr val="dk1"/>
              </a:solidFill>
              <a:latin typeface="Calibri"/>
              <a:ea typeface="Calibri"/>
              <a:cs typeface="Calibri"/>
              <a:sym typeface="Calibri"/>
            </a:endParaRPr>
          </a:p>
          <a:p>
            <a:pPr marL="457200" marR="0" lvl="0" indent="-330200" algn="l" rtl="0">
              <a:spcBef>
                <a:spcPts val="0"/>
              </a:spcBef>
              <a:spcAft>
                <a:spcPts val="0"/>
              </a:spcAft>
              <a:buClr>
                <a:schemeClr val="dk1"/>
              </a:buClr>
              <a:buSzPts val="2000"/>
              <a:buFont typeface="Corbel"/>
              <a:buNone/>
            </a:pPr>
            <a:endParaRPr sz="2000">
              <a:solidFill>
                <a:schemeClr val="dk1"/>
              </a:solidFill>
              <a:latin typeface="Calibri"/>
              <a:ea typeface="Calibri"/>
              <a:cs typeface="Calibri"/>
              <a:sym typeface="Calibri"/>
            </a:endParaRPr>
          </a:p>
          <a:p>
            <a:pPr marL="457200" marR="0" lvl="0" indent="-330200" algn="l" rtl="0">
              <a:spcBef>
                <a:spcPts val="0"/>
              </a:spcBef>
              <a:spcAft>
                <a:spcPts val="0"/>
              </a:spcAft>
              <a:buClr>
                <a:schemeClr val="dk1"/>
              </a:buClr>
              <a:buSzPts val="2000"/>
              <a:buFont typeface="Corbel"/>
              <a:buNone/>
            </a:pPr>
            <a:endParaRPr sz="2000">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2"/>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Language processors</a:t>
            </a:r>
            <a:endParaRPr/>
          </a:p>
        </p:txBody>
      </p:sp>
      <p:sp>
        <p:nvSpPr>
          <p:cNvPr id="281" name="Google Shape;281;p12"/>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endParaRPr/>
          </a:p>
        </p:txBody>
      </p:sp>
      <p:sp>
        <p:nvSpPr>
          <p:cNvPr id="282" name="Google Shape;282;p12"/>
          <p:cNvSpPr txBox="1"/>
          <p:nvPr/>
        </p:nvSpPr>
        <p:spPr>
          <a:xfrm>
            <a:off x="900332" y="2253014"/>
            <a:ext cx="7329985" cy="3754874"/>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chemeClr val="dk1"/>
                </a:solidFill>
                <a:latin typeface="Calibri"/>
                <a:ea typeface="Calibri"/>
                <a:cs typeface="Calibri"/>
                <a:sym typeface="Calibri"/>
              </a:rPr>
              <a:t>Some common language processors are:</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Compiler</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Interpreter</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Preprocessor</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Assembler</a:t>
            </a:r>
            <a:endParaRPr/>
          </a:p>
          <a:p>
            <a:pPr marL="457200" marR="0" lvl="0" indent="-330200" algn="l" rtl="0">
              <a:spcBef>
                <a:spcPts val="0"/>
              </a:spcBef>
              <a:spcAft>
                <a:spcPts val="0"/>
              </a:spcAft>
              <a:buClr>
                <a:schemeClr val="dk1"/>
              </a:buClr>
              <a:buSzPts val="2000"/>
              <a:buFont typeface="Corbel"/>
              <a:buNone/>
            </a:pPr>
            <a:endParaRPr sz="2000">
              <a:solidFill>
                <a:schemeClr val="dk1"/>
              </a:solidFill>
              <a:latin typeface="Calibri"/>
              <a:ea typeface="Calibri"/>
              <a:cs typeface="Calibri"/>
              <a:sym typeface="Calibri"/>
            </a:endParaRPr>
          </a:p>
          <a:p>
            <a:pPr marL="457200" marR="0" lvl="0" indent="-330200" algn="l" rtl="0">
              <a:spcBef>
                <a:spcPts val="0"/>
              </a:spcBef>
              <a:spcAft>
                <a:spcPts val="0"/>
              </a:spcAft>
              <a:buClr>
                <a:schemeClr val="dk1"/>
              </a:buClr>
              <a:buSzPts val="2000"/>
              <a:buFont typeface="Corbel"/>
              <a:buNone/>
            </a:pPr>
            <a:endParaRPr sz="2000">
              <a:solidFill>
                <a:schemeClr val="dk1"/>
              </a:solidFill>
              <a:latin typeface="Calibri"/>
              <a:ea typeface="Calibri"/>
              <a:cs typeface="Calibri"/>
              <a:sym typeface="Calibri"/>
            </a:endParaRPr>
          </a:p>
          <a:p>
            <a:pPr marL="457200" marR="0" lvl="0" indent="-330200" algn="l" rtl="0">
              <a:spcBef>
                <a:spcPts val="0"/>
              </a:spcBef>
              <a:spcAft>
                <a:spcPts val="0"/>
              </a:spcAft>
              <a:buClr>
                <a:schemeClr val="dk1"/>
              </a:buClr>
              <a:buSzPts val="2000"/>
              <a:buFont typeface="Corbel"/>
              <a:buNone/>
            </a:pPr>
            <a:endParaRPr sz="2000">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3"/>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Compiler </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288" name="Google Shape;288;p13"/>
          <p:cNvSpPr txBox="1"/>
          <p:nvPr/>
        </p:nvSpPr>
        <p:spPr>
          <a:xfrm>
            <a:off x="813598" y="1333108"/>
            <a:ext cx="7261087" cy="535531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A compiler is a program that reads a program written in one language and translates it into another language</a:t>
            </a:r>
            <a:r>
              <a:rPr lang="en-US" sz="1800" b="1" dirty="0">
                <a:solidFill>
                  <a:schemeClr val="dk1"/>
                </a:solidFill>
                <a:latin typeface="Calibri"/>
                <a:ea typeface="Calibri"/>
                <a:cs typeface="Calibri"/>
                <a:sym typeface="Calibri"/>
              </a:rPr>
              <a:t>. </a:t>
            </a:r>
            <a:r>
              <a:rPr lang="en-US" sz="1800" dirty="0">
                <a:solidFill>
                  <a:schemeClr val="dk1"/>
                </a:solidFill>
                <a:latin typeface="Calibri"/>
                <a:ea typeface="Calibri"/>
                <a:cs typeface="Calibri"/>
                <a:sym typeface="Calibri"/>
              </a:rPr>
              <a:t>Programmers write code in high-level languages that are easier to understand and work with. These languages are not directly executable by computers, so compilers are required to translate them into </a:t>
            </a:r>
            <a:r>
              <a:rPr lang="en-US" sz="1800" b="1" dirty="0">
                <a:solidFill>
                  <a:schemeClr val="dk1"/>
                </a:solidFill>
                <a:latin typeface="Calibri"/>
                <a:ea typeface="Calibri"/>
                <a:cs typeface="Calibri"/>
                <a:sym typeface="Calibri"/>
              </a:rPr>
              <a:t>machine code or an intermediate form </a:t>
            </a:r>
            <a:r>
              <a:rPr lang="en-US" sz="1800" dirty="0">
                <a:solidFill>
                  <a:schemeClr val="dk1"/>
                </a:solidFill>
                <a:latin typeface="Calibri"/>
                <a:ea typeface="Calibri"/>
                <a:cs typeface="Calibri"/>
                <a:sym typeface="Calibri"/>
              </a:rPr>
              <a:t>that the computer can run.</a:t>
            </a: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289" name="Google Shape;289;p13"/>
          <p:cNvPicPr preferRelativeResize="0"/>
          <p:nvPr/>
        </p:nvPicPr>
        <p:blipFill rotWithShape="1">
          <a:blip r:embed="rId3">
            <a:alphaModFix/>
          </a:blip>
          <a:srcRect/>
          <a:stretch/>
        </p:blipFill>
        <p:spPr>
          <a:xfrm>
            <a:off x="1069315" y="3420602"/>
            <a:ext cx="6315075" cy="2095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4"/>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Example</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295" name="Google Shape;295;p14"/>
          <p:cNvSpPr txBox="1"/>
          <p:nvPr/>
        </p:nvSpPr>
        <p:spPr>
          <a:xfrm>
            <a:off x="1066986" y="1806834"/>
            <a:ext cx="7261087"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96" name="Google Shape;296;p14"/>
          <p:cNvPicPr preferRelativeResize="0"/>
          <p:nvPr/>
        </p:nvPicPr>
        <p:blipFill rotWithShape="1">
          <a:blip r:embed="rId3">
            <a:alphaModFix/>
          </a:blip>
          <a:srcRect/>
          <a:stretch/>
        </p:blipFill>
        <p:spPr>
          <a:xfrm>
            <a:off x="1154061" y="2365492"/>
            <a:ext cx="6638925" cy="1704975"/>
          </a:xfrm>
          <a:prstGeom prst="rect">
            <a:avLst/>
          </a:prstGeom>
          <a:noFill/>
          <a:ln>
            <a:noFill/>
          </a:ln>
        </p:spPr>
      </p:pic>
      <p:sp>
        <p:nvSpPr>
          <p:cNvPr id="297" name="Google Shape;297;p14"/>
          <p:cNvSpPr/>
          <p:nvPr/>
        </p:nvSpPr>
        <p:spPr>
          <a:xfrm>
            <a:off x="6287633" y="2571730"/>
            <a:ext cx="1702306" cy="1704975"/>
          </a:xfrm>
          <a:prstGeom prst="rect">
            <a:avLst/>
          </a:prstGeom>
          <a:solidFill>
            <a:srgbClr val="FFC000"/>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500">
                <a:solidFill>
                  <a:schemeClr val="dk1"/>
                </a:solidFill>
                <a:latin typeface="Calibri"/>
                <a:ea typeface="Calibri"/>
                <a:cs typeface="Calibri"/>
                <a:sym typeface="Calibri"/>
              </a:rPr>
              <a:t>MOV R1, id3</a:t>
            </a:r>
            <a:endParaRPr/>
          </a:p>
          <a:p>
            <a:pPr marL="0" marR="0" lvl="0" indent="0" algn="ctr" rtl="0">
              <a:spcBef>
                <a:spcPts val="0"/>
              </a:spcBef>
              <a:spcAft>
                <a:spcPts val="0"/>
              </a:spcAft>
              <a:buNone/>
            </a:pPr>
            <a:r>
              <a:rPr lang="en-US" sz="1500">
                <a:solidFill>
                  <a:schemeClr val="dk1"/>
                </a:solidFill>
                <a:latin typeface="Calibri"/>
                <a:ea typeface="Calibri"/>
                <a:cs typeface="Calibri"/>
                <a:sym typeface="Calibri"/>
              </a:rPr>
              <a:t>MUL R1, #10</a:t>
            </a:r>
            <a:endParaRPr/>
          </a:p>
          <a:p>
            <a:pPr marL="0" marR="0" lvl="0" indent="0" algn="ctr" rtl="0">
              <a:spcBef>
                <a:spcPts val="0"/>
              </a:spcBef>
              <a:spcAft>
                <a:spcPts val="0"/>
              </a:spcAft>
              <a:buNone/>
            </a:pPr>
            <a:r>
              <a:rPr lang="en-US" sz="1500">
                <a:solidFill>
                  <a:schemeClr val="dk1"/>
                </a:solidFill>
                <a:latin typeface="Calibri"/>
                <a:ea typeface="Calibri"/>
                <a:cs typeface="Calibri"/>
                <a:sym typeface="Calibri"/>
              </a:rPr>
              <a:t>MOV R2, id2</a:t>
            </a:r>
            <a:endParaRPr/>
          </a:p>
          <a:p>
            <a:pPr marL="0" marR="0" lvl="0" indent="0" algn="ctr" rtl="0">
              <a:spcBef>
                <a:spcPts val="0"/>
              </a:spcBef>
              <a:spcAft>
                <a:spcPts val="0"/>
              </a:spcAft>
              <a:buNone/>
            </a:pPr>
            <a:r>
              <a:rPr lang="en-US" sz="1500">
                <a:solidFill>
                  <a:schemeClr val="dk1"/>
                </a:solidFill>
                <a:latin typeface="Calibri"/>
                <a:ea typeface="Calibri"/>
                <a:cs typeface="Calibri"/>
                <a:sym typeface="Calibri"/>
              </a:rPr>
              <a:t>ADD R1, R2</a:t>
            </a:r>
            <a:endParaRPr/>
          </a:p>
          <a:p>
            <a:pPr marL="0" marR="0" lvl="0" indent="0" algn="ctr" rtl="0">
              <a:spcBef>
                <a:spcPts val="0"/>
              </a:spcBef>
              <a:spcAft>
                <a:spcPts val="0"/>
              </a:spcAft>
              <a:buNone/>
            </a:pPr>
            <a:r>
              <a:rPr lang="en-US" sz="1500">
                <a:solidFill>
                  <a:schemeClr val="dk1"/>
                </a:solidFill>
                <a:latin typeface="Calibri"/>
                <a:ea typeface="Calibri"/>
                <a:cs typeface="Calibri"/>
                <a:sym typeface="Calibri"/>
              </a:rPr>
              <a:t>MOV R3,id1</a:t>
            </a:r>
            <a:endParaRPr/>
          </a:p>
          <a:p>
            <a:pPr marL="0" marR="0" lvl="0" indent="0" algn="ctr" rtl="0">
              <a:spcBef>
                <a:spcPts val="0"/>
              </a:spcBef>
              <a:spcAft>
                <a:spcPts val="0"/>
              </a:spcAft>
              <a:buNone/>
            </a:pPr>
            <a:r>
              <a:rPr lang="en-US" sz="1500">
                <a:solidFill>
                  <a:schemeClr val="dk1"/>
                </a:solidFill>
                <a:latin typeface="Calibri"/>
                <a:ea typeface="Calibri"/>
                <a:cs typeface="Calibri"/>
                <a:sym typeface="Calibri"/>
              </a:rPr>
              <a:t>MOV R3, R1 </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5"/>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Interpreter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03" name="Google Shape;303;p15"/>
          <p:cNvSpPr txBox="1"/>
          <p:nvPr/>
        </p:nvSpPr>
        <p:spPr>
          <a:xfrm>
            <a:off x="1066986" y="1795817"/>
            <a:ext cx="7261087" cy="38472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An interpreter is another common kind of language processor. Instead of producing a target program as a translation, an interpreter appears to directly execute the operations specified in the source program on inputs supplied by the user.</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400">
                <a:solidFill>
                  <a:schemeClr val="dk1"/>
                </a:solidFill>
                <a:latin typeface="Calibri"/>
                <a:ea typeface="Calibri"/>
                <a:cs typeface="Calibri"/>
                <a:sym typeface="Calibri"/>
              </a:rPr>
              <a:t>Source </a:t>
            </a:r>
            <a:endParaRPr/>
          </a:p>
          <a:p>
            <a:pPr marL="0" marR="0" lvl="0" indent="0" algn="just" rtl="0">
              <a:spcBef>
                <a:spcPts val="0"/>
              </a:spcBef>
              <a:spcAft>
                <a:spcPts val="0"/>
              </a:spcAft>
              <a:buNone/>
            </a:pPr>
            <a:r>
              <a:rPr lang="en-US" sz="1400">
                <a:solidFill>
                  <a:schemeClr val="dk1"/>
                </a:solidFill>
                <a:latin typeface="Calibri"/>
                <a:ea typeface="Calibri"/>
                <a:cs typeface="Calibri"/>
                <a:sym typeface="Calibri"/>
              </a:rPr>
              <a:t>Program</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cxnSp>
        <p:nvCxnSpPr>
          <p:cNvPr id="304" name="Google Shape;304;p15"/>
          <p:cNvCxnSpPr/>
          <p:nvPr/>
        </p:nvCxnSpPr>
        <p:spPr>
          <a:xfrm>
            <a:off x="1969477" y="3757535"/>
            <a:ext cx="984738" cy="0"/>
          </a:xfrm>
          <a:prstGeom prst="straightConnector1">
            <a:avLst/>
          </a:prstGeom>
          <a:noFill/>
          <a:ln w="25400" cap="flat" cmpd="sng">
            <a:solidFill>
              <a:schemeClr val="accent1"/>
            </a:solidFill>
            <a:prstDash val="solid"/>
            <a:round/>
            <a:headEnd type="none" w="sm" len="sm"/>
            <a:tailEnd type="triangle" w="med" len="med"/>
          </a:ln>
        </p:spPr>
      </p:cxnSp>
      <p:sp>
        <p:nvSpPr>
          <p:cNvPr id="305" name="Google Shape;305;p15"/>
          <p:cNvSpPr/>
          <p:nvPr/>
        </p:nvSpPr>
        <p:spPr>
          <a:xfrm>
            <a:off x="2954215" y="3614278"/>
            <a:ext cx="3235570" cy="784105"/>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Interpreter</a:t>
            </a:r>
            <a:endParaRPr/>
          </a:p>
        </p:txBody>
      </p:sp>
      <p:cxnSp>
        <p:nvCxnSpPr>
          <p:cNvPr id="306" name="Google Shape;306;p15"/>
          <p:cNvCxnSpPr/>
          <p:nvPr/>
        </p:nvCxnSpPr>
        <p:spPr>
          <a:xfrm>
            <a:off x="1969477" y="4183468"/>
            <a:ext cx="984738" cy="1"/>
          </a:xfrm>
          <a:prstGeom prst="straightConnector1">
            <a:avLst/>
          </a:prstGeom>
          <a:noFill/>
          <a:ln w="25400" cap="flat" cmpd="sng">
            <a:solidFill>
              <a:schemeClr val="accent1"/>
            </a:solidFill>
            <a:prstDash val="solid"/>
            <a:round/>
            <a:headEnd type="none" w="sm" len="sm"/>
            <a:tailEnd type="triangle" w="med" len="med"/>
          </a:ln>
        </p:spPr>
      </p:cxnSp>
      <p:pic>
        <p:nvPicPr>
          <p:cNvPr id="307" name="Google Shape;307;p15"/>
          <p:cNvPicPr preferRelativeResize="0"/>
          <p:nvPr/>
        </p:nvPicPr>
        <p:blipFill rotWithShape="1">
          <a:blip r:embed="rId3">
            <a:alphaModFix/>
          </a:blip>
          <a:srcRect/>
          <a:stretch/>
        </p:blipFill>
        <p:spPr>
          <a:xfrm>
            <a:off x="1277083" y="4040594"/>
            <a:ext cx="400050" cy="285750"/>
          </a:xfrm>
          <a:prstGeom prst="rect">
            <a:avLst/>
          </a:prstGeom>
          <a:noFill/>
          <a:ln>
            <a:noFill/>
          </a:ln>
        </p:spPr>
      </p:pic>
      <p:cxnSp>
        <p:nvCxnSpPr>
          <p:cNvPr id="308" name="Google Shape;308;p15"/>
          <p:cNvCxnSpPr>
            <a:stCxn id="305" idx="3"/>
          </p:cNvCxnSpPr>
          <p:nvPr/>
        </p:nvCxnSpPr>
        <p:spPr>
          <a:xfrm>
            <a:off x="6189785" y="4006331"/>
            <a:ext cx="689400" cy="0"/>
          </a:xfrm>
          <a:prstGeom prst="straightConnector1">
            <a:avLst/>
          </a:prstGeom>
          <a:noFill/>
          <a:ln w="25400" cap="flat" cmpd="sng">
            <a:solidFill>
              <a:schemeClr val="accent1"/>
            </a:solidFill>
            <a:prstDash val="solid"/>
            <a:round/>
            <a:headEnd type="none" w="sm" len="sm"/>
            <a:tailEnd type="triangle" w="med" len="med"/>
          </a:ln>
        </p:spPr>
      </p:cxnSp>
      <p:pic>
        <p:nvPicPr>
          <p:cNvPr id="309" name="Google Shape;309;p15"/>
          <p:cNvPicPr preferRelativeResize="0"/>
          <p:nvPr/>
        </p:nvPicPr>
        <p:blipFill rotWithShape="1">
          <a:blip r:embed="rId4">
            <a:alphaModFix/>
          </a:blip>
          <a:srcRect/>
          <a:stretch/>
        </p:blipFill>
        <p:spPr>
          <a:xfrm>
            <a:off x="6841679" y="3872981"/>
            <a:ext cx="638175" cy="266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6"/>
          <p:cNvSpPr txBox="1"/>
          <p:nvPr/>
        </p:nvSpPr>
        <p:spPr>
          <a:xfrm>
            <a:off x="16377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Preprocessor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15" name="Google Shape;315;p16"/>
          <p:cNvSpPr txBox="1"/>
          <p:nvPr/>
        </p:nvSpPr>
        <p:spPr>
          <a:xfrm>
            <a:off x="163774" y="1224576"/>
            <a:ext cx="8980226" cy="507831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Preprocessing performs (usually simple) operations on the source file(s) prior to compilation.</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b="1" i="1">
                <a:solidFill>
                  <a:schemeClr val="dk1"/>
                </a:solidFill>
                <a:latin typeface="Calibri"/>
                <a:ea typeface="Calibri"/>
                <a:cs typeface="Calibri"/>
                <a:sym typeface="Calibri"/>
              </a:rPr>
              <a:t>Source file inclusion</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#include&lt;stdio.h&gt; will be replaced by the original implementation of stdio.h file. It will remove the #include statement from the source code and includes stdio.h file content into the source program.</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b="1" i="1">
                <a:solidFill>
                  <a:schemeClr val="dk1"/>
                </a:solidFill>
                <a:latin typeface="Calibri"/>
                <a:ea typeface="Calibri"/>
                <a:cs typeface="Calibri"/>
                <a:sym typeface="Calibri"/>
              </a:rPr>
              <a:t>Macro expansion</a:t>
            </a:r>
            <a:endParaRPr/>
          </a:p>
          <a:p>
            <a:pPr marL="0" marR="0" lvl="0" indent="0" algn="just" rtl="0">
              <a:spcBef>
                <a:spcPts val="0"/>
              </a:spcBef>
              <a:spcAft>
                <a:spcPts val="0"/>
              </a:spcAft>
              <a:buNone/>
            </a:pPr>
            <a:endParaRPr sz="1800" b="1" i="1">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#define size 10. Here size is a macro which holds the value 10. Before the compilation starts, the preprocessor will replace size by 10 all over the program.</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b="1" i="1">
                <a:solidFill>
                  <a:schemeClr val="dk1"/>
                </a:solidFill>
                <a:latin typeface="Calibri"/>
                <a:ea typeface="Calibri"/>
                <a:cs typeface="Calibri"/>
                <a:sym typeface="Calibri"/>
              </a:rPr>
              <a:t>Conditional compilation</a:t>
            </a:r>
            <a:endParaRPr/>
          </a:p>
          <a:p>
            <a:pPr marL="0" marR="0" lvl="0" indent="0" algn="just" rtl="0">
              <a:spcBef>
                <a:spcPts val="0"/>
              </a:spcBef>
              <a:spcAft>
                <a:spcPts val="0"/>
              </a:spcAft>
              <a:buNone/>
            </a:pPr>
            <a:endParaRPr sz="1800" b="1" i="1">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We can decide which part of the source program should compile and which part should be ignored during compilation. #if, #else, #elseif, #endif</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Google Shape;320;p17"/>
          <p:cNvPicPr preferRelativeResize="0"/>
          <p:nvPr/>
        </p:nvPicPr>
        <p:blipFill rotWithShape="1">
          <a:blip r:embed="rId3">
            <a:alphaModFix/>
          </a:blip>
          <a:srcRect/>
          <a:stretch/>
        </p:blipFill>
        <p:spPr>
          <a:xfrm>
            <a:off x="172972" y="1095738"/>
            <a:ext cx="3468026" cy="3530853"/>
          </a:xfrm>
          <a:prstGeom prst="rect">
            <a:avLst/>
          </a:prstGeom>
          <a:noFill/>
          <a:ln>
            <a:noFill/>
          </a:ln>
        </p:spPr>
      </p:pic>
      <p:pic>
        <p:nvPicPr>
          <p:cNvPr id="321" name="Google Shape;321;p17"/>
          <p:cNvPicPr preferRelativeResize="0"/>
          <p:nvPr/>
        </p:nvPicPr>
        <p:blipFill rotWithShape="1">
          <a:blip r:embed="rId4">
            <a:alphaModFix/>
          </a:blip>
          <a:srcRect/>
          <a:stretch/>
        </p:blipFill>
        <p:spPr>
          <a:xfrm>
            <a:off x="4735773" y="1309710"/>
            <a:ext cx="3722563" cy="25297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18"/>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Assembler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27" name="Google Shape;327;p18"/>
          <p:cNvSpPr txBox="1"/>
          <p:nvPr/>
        </p:nvSpPr>
        <p:spPr>
          <a:xfrm>
            <a:off x="1066986" y="1795817"/>
            <a:ext cx="7261087"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An Assembler is a translator that translates Assembly language to machine code. So, an assembler is a type of a compiler and the source code is written in Assembly language.</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400">
                <a:solidFill>
                  <a:schemeClr val="dk1"/>
                </a:solidFill>
                <a:latin typeface="Calibri"/>
                <a:ea typeface="Calibri"/>
                <a:cs typeface="Calibri"/>
                <a:sym typeface="Calibri"/>
              </a:rPr>
              <a:t>Assembly </a:t>
            </a:r>
            <a:endParaRPr/>
          </a:p>
          <a:p>
            <a:pPr marL="0" marR="0" lvl="0" indent="0" algn="just" rtl="0">
              <a:spcBef>
                <a:spcPts val="0"/>
              </a:spcBef>
              <a:spcAft>
                <a:spcPts val="0"/>
              </a:spcAft>
              <a:buNone/>
            </a:pPr>
            <a:r>
              <a:rPr lang="en-US" sz="1400">
                <a:solidFill>
                  <a:schemeClr val="dk1"/>
                </a:solidFill>
                <a:latin typeface="Calibri"/>
                <a:ea typeface="Calibri"/>
                <a:cs typeface="Calibri"/>
                <a:sym typeface="Calibri"/>
              </a:rPr>
              <a:t>Program</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p18"/>
          <p:cNvSpPr/>
          <p:nvPr/>
        </p:nvSpPr>
        <p:spPr>
          <a:xfrm>
            <a:off x="2954215" y="3614278"/>
            <a:ext cx="3235570" cy="784105"/>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Assembler</a:t>
            </a:r>
            <a:endParaRPr/>
          </a:p>
        </p:txBody>
      </p:sp>
      <p:cxnSp>
        <p:nvCxnSpPr>
          <p:cNvPr id="329" name="Google Shape;329;p18"/>
          <p:cNvCxnSpPr/>
          <p:nvPr/>
        </p:nvCxnSpPr>
        <p:spPr>
          <a:xfrm>
            <a:off x="1969477" y="4006331"/>
            <a:ext cx="984738" cy="1"/>
          </a:xfrm>
          <a:prstGeom prst="straightConnector1">
            <a:avLst/>
          </a:prstGeom>
          <a:noFill/>
          <a:ln w="25400" cap="flat" cmpd="sng">
            <a:solidFill>
              <a:schemeClr val="accent1"/>
            </a:solidFill>
            <a:prstDash val="solid"/>
            <a:round/>
            <a:headEnd type="none" w="sm" len="sm"/>
            <a:tailEnd type="triangle" w="med" len="med"/>
          </a:ln>
        </p:spPr>
      </p:cxnSp>
      <p:cxnSp>
        <p:nvCxnSpPr>
          <p:cNvPr id="330" name="Google Shape;330;p18"/>
          <p:cNvCxnSpPr>
            <a:stCxn id="328" idx="3"/>
          </p:cNvCxnSpPr>
          <p:nvPr/>
        </p:nvCxnSpPr>
        <p:spPr>
          <a:xfrm>
            <a:off x="6189785" y="4006331"/>
            <a:ext cx="689400" cy="0"/>
          </a:xfrm>
          <a:prstGeom prst="straightConnector1">
            <a:avLst/>
          </a:prstGeom>
          <a:noFill/>
          <a:ln w="25400" cap="flat" cmpd="sng">
            <a:solidFill>
              <a:schemeClr val="accent1"/>
            </a:solidFill>
            <a:prstDash val="solid"/>
            <a:round/>
            <a:headEnd type="none" w="sm" len="sm"/>
            <a:tailEnd type="triangle" w="med" len="med"/>
          </a:ln>
        </p:spPr>
      </p:cxnSp>
      <p:pic>
        <p:nvPicPr>
          <p:cNvPr id="331" name="Google Shape;331;p18"/>
          <p:cNvPicPr preferRelativeResize="0"/>
          <p:nvPr/>
        </p:nvPicPr>
        <p:blipFill rotWithShape="1">
          <a:blip r:embed="rId3">
            <a:alphaModFix/>
          </a:blip>
          <a:srcRect/>
          <a:stretch/>
        </p:blipFill>
        <p:spPr>
          <a:xfrm>
            <a:off x="6879102" y="3827142"/>
            <a:ext cx="1123950" cy="3133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19"/>
          <p:cNvSpPr txBox="1"/>
          <p:nvPr/>
        </p:nvSpPr>
        <p:spPr>
          <a:xfrm>
            <a:off x="487894" y="8835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pic>
        <p:nvPicPr>
          <p:cNvPr id="337" name="Google Shape;337;p19"/>
          <p:cNvPicPr preferRelativeResize="0"/>
          <p:nvPr/>
        </p:nvPicPr>
        <p:blipFill rotWithShape="1">
          <a:blip r:embed="rId3">
            <a:alphaModFix/>
          </a:blip>
          <a:srcRect/>
          <a:stretch/>
        </p:blipFill>
        <p:spPr>
          <a:xfrm>
            <a:off x="2164743" y="1376976"/>
            <a:ext cx="4814514" cy="511024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0"/>
          <p:cNvSpPr txBox="1"/>
          <p:nvPr/>
        </p:nvSpPr>
        <p:spPr>
          <a:xfrm>
            <a:off x="487894" y="8835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Interpreter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pic>
        <p:nvPicPr>
          <p:cNvPr id="343" name="Google Shape;343;p20"/>
          <p:cNvPicPr preferRelativeResize="0"/>
          <p:nvPr/>
        </p:nvPicPr>
        <p:blipFill rotWithShape="1">
          <a:blip r:embed="rId3">
            <a:alphaModFix/>
          </a:blip>
          <a:srcRect/>
          <a:stretch/>
        </p:blipFill>
        <p:spPr>
          <a:xfrm>
            <a:off x="2112498" y="1130269"/>
            <a:ext cx="5423807" cy="55477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21"/>
          <p:cNvPicPr preferRelativeResize="0"/>
          <p:nvPr/>
        </p:nvPicPr>
        <p:blipFill rotWithShape="1">
          <a:blip r:embed="rId3">
            <a:alphaModFix/>
          </a:blip>
          <a:srcRect/>
          <a:stretch/>
        </p:blipFill>
        <p:spPr>
          <a:xfrm>
            <a:off x="2567215" y="1166590"/>
            <a:ext cx="4009570" cy="5410832"/>
          </a:xfrm>
          <a:prstGeom prst="rect">
            <a:avLst/>
          </a:prstGeom>
          <a:noFill/>
          <a:ln>
            <a:noFill/>
          </a:ln>
        </p:spPr>
      </p:pic>
      <p:sp>
        <p:nvSpPr>
          <p:cNvPr id="349" name="Google Shape;349;p21"/>
          <p:cNvSpPr txBox="1"/>
          <p:nvPr/>
        </p:nvSpPr>
        <p:spPr>
          <a:xfrm>
            <a:off x="335494" y="673176"/>
            <a:ext cx="6543608" cy="493414"/>
          </a:xfrm>
          <a:prstGeom prst="rect">
            <a:avLst/>
          </a:prstGeom>
          <a:noFill/>
          <a:ln>
            <a:noFill/>
          </a:ln>
        </p:spPr>
        <p:txBody>
          <a:bodyPr spcFirstLastPara="1" wrap="square" lIns="91425" tIns="45700" rIns="91425" bIns="45700" anchor="t" anchorCtr="0">
            <a:normAutofit fontScale="92500"/>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Differences between Compiler and Interpreter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2"/>
          <p:cNvSpPr txBox="1"/>
          <p:nvPr/>
        </p:nvSpPr>
        <p:spPr>
          <a:xfrm>
            <a:off x="335494" y="731162"/>
            <a:ext cx="6543608" cy="493414"/>
          </a:xfrm>
          <a:prstGeom prst="rect">
            <a:avLst/>
          </a:prstGeom>
          <a:noFill/>
          <a:ln>
            <a:noFill/>
          </a:ln>
        </p:spPr>
        <p:txBody>
          <a:bodyPr spcFirstLastPara="1" wrap="square" lIns="91425" tIns="45700" rIns="91425" bIns="45700" anchor="t" anchorCtr="0">
            <a:normAutofit fontScale="92500"/>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Differences between Compiler and Interpreter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55" name="Google Shape;355;p22"/>
          <p:cNvSpPr txBox="1"/>
          <p:nvPr/>
        </p:nvSpPr>
        <p:spPr>
          <a:xfrm>
            <a:off x="1066986" y="1795817"/>
            <a:ext cx="7261087" cy="34778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356" name="Google Shape;356;p22"/>
          <p:cNvGraphicFramePr/>
          <p:nvPr/>
        </p:nvGraphicFramePr>
        <p:xfrm>
          <a:off x="1095556" y="1362975"/>
          <a:ext cx="7032450" cy="4373550"/>
        </p:xfrm>
        <a:graphic>
          <a:graphicData uri="http://schemas.openxmlformats.org/drawingml/2006/table">
            <a:tbl>
              <a:tblPr firstRow="1" bandRow="1">
                <a:noFill/>
                <a:tableStyleId>{1E186B5F-7873-47BF-8CBB-69CF4E7745AE}</a:tableStyleId>
              </a:tblPr>
              <a:tblGrid>
                <a:gridCol w="3656500">
                  <a:extLst>
                    <a:ext uri="{9D8B030D-6E8A-4147-A177-3AD203B41FA5}">
                      <a16:colId xmlns:a16="http://schemas.microsoft.com/office/drawing/2014/main" val="20000"/>
                    </a:ext>
                  </a:extLst>
                </a:gridCol>
                <a:gridCol w="3375950">
                  <a:extLst>
                    <a:ext uri="{9D8B030D-6E8A-4147-A177-3AD203B41FA5}">
                      <a16:colId xmlns:a16="http://schemas.microsoft.com/office/drawing/2014/main" val="20001"/>
                    </a:ext>
                  </a:extLst>
                </a:gridCol>
              </a:tblGrid>
              <a:tr h="421200">
                <a:tc>
                  <a:txBody>
                    <a:bodyPr/>
                    <a:lstStyle/>
                    <a:p>
                      <a:pPr marL="0" marR="0" lvl="0" indent="0" algn="ctr" rtl="0">
                        <a:spcBef>
                          <a:spcPts val="0"/>
                        </a:spcBef>
                        <a:spcAft>
                          <a:spcPts val="0"/>
                        </a:spcAft>
                        <a:buNone/>
                      </a:pPr>
                      <a:r>
                        <a:rPr lang="en-US" sz="1800"/>
                        <a:t>Compiler</a:t>
                      </a:r>
                      <a:endParaRPr/>
                    </a:p>
                  </a:txBody>
                  <a:tcPr marL="91450" marR="91450" marT="45725" marB="45725"/>
                </a:tc>
                <a:tc>
                  <a:txBody>
                    <a:bodyPr/>
                    <a:lstStyle/>
                    <a:p>
                      <a:pPr marL="0" marR="0" lvl="0" indent="0" algn="ctr" rtl="0">
                        <a:spcBef>
                          <a:spcPts val="0"/>
                        </a:spcBef>
                        <a:spcAft>
                          <a:spcPts val="0"/>
                        </a:spcAft>
                        <a:buNone/>
                      </a:pPr>
                      <a:r>
                        <a:rPr lang="en-US" sz="1800"/>
                        <a:t>Interpreter</a:t>
                      </a:r>
                      <a:endParaRPr/>
                    </a:p>
                  </a:txBody>
                  <a:tcPr marL="91450" marR="91450" marT="45725" marB="45725"/>
                </a:tc>
                <a:extLst>
                  <a:ext uri="{0D108BD9-81ED-4DB2-BD59-A6C34878D82A}">
                    <a16:rowId xmlns:a16="http://schemas.microsoft.com/office/drawing/2014/main" val="10000"/>
                  </a:ext>
                </a:extLst>
              </a:tr>
              <a:tr h="727000">
                <a:tc>
                  <a:txBody>
                    <a:bodyPr/>
                    <a:lstStyle/>
                    <a:p>
                      <a:pPr marL="0" marR="0" lvl="0" indent="0" algn="just" rtl="0">
                        <a:spcBef>
                          <a:spcPts val="0"/>
                        </a:spcBef>
                        <a:spcAft>
                          <a:spcPts val="0"/>
                        </a:spcAft>
                        <a:buNone/>
                      </a:pPr>
                      <a:r>
                        <a:rPr lang="en-US" sz="1800"/>
                        <a:t>Compiler takes whole program as input. </a:t>
                      </a:r>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Interpreter takes single instruction as input.</a:t>
                      </a:r>
                      <a:endParaRPr sz="1800"/>
                    </a:p>
                  </a:txBody>
                  <a:tcPr marL="91450" marR="91450" marT="45725" marB="45725"/>
                </a:tc>
                <a:extLst>
                  <a:ext uri="{0D108BD9-81ED-4DB2-BD59-A6C34878D82A}">
                    <a16:rowId xmlns:a16="http://schemas.microsoft.com/office/drawing/2014/main" val="10001"/>
                  </a:ext>
                </a:extLst>
              </a:tr>
              <a:tr h="727000">
                <a:tc>
                  <a:txBody>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Intermediate Object file is generated.</a:t>
                      </a:r>
                      <a:endParaRPr sz="1800" b="0"/>
                    </a:p>
                  </a:txBody>
                  <a:tcPr marL="91450" marR="91450" marT="45725" marB="45725"/>
                </a:tc>
                <a:tc>
                  <a:txBody>
                    <a:bodyPr/>
                    <a:lstStyle/>
                    <a:p>
                      <a:pPr marL="0" marR="0" lvl="0" indent="0" algn="l" rtl="0">
                        <a:spcBef>
                          <a:spcPts val="0"/>
                        </a:spcBef>
                        <a:spcAft>
                          <a:spcPts val="0"/>
                        </a:spcAft>
                        <a:buNone/>
                      </a:pPr>
                      <a:r>
                        <a:rPr lang="en-US" sz="1800"/>
                        <a:t>No Intermediate Object file is Generated</a:t>
                      </a:r>
                      <a:endParaRPr/>
                    </a:p>
                  </a:txBody>
                  <a:tcPr marL="91450" marR="91450" marT="45725" marB="45725"/>
                </a:tc>
                <a:extLst>
                  <a:ext uri="{0D108BD9-81ED-4DB2-BD59-A6C34878D82A}">
                    <a16:rowId xmlns:a16="http://schemas.microsoft.com/office/drawing/2014/main" val="10002"/>
                  </a:ext>
                </a:extLst>
              </a:tr>
              <a:tr h="421200">
                <a:tc>
                  <a:txBody>
                    <a:bodyPr/>
                    <a:lstStyle/>
                    <a:p>
                      <a:pPr marL="0" marR="0" lvl="0" indent="0" algn="l" rtl="0">
                        <a:spcBef>
                          <a:spcPts val="0"/>
                        </a:spcBef>
                        <a:spcAft>
                          <a:spcPts val="0"/>
                        </a:spcAft>
                        <a:buNone/>
                      </a:pPr>
                      <a:r>
                        <a:rPr lang="en-US" sz="1800" b="0">
                          <a:solidFill>
                            <a:schemeClr val="dk1"/>
                          </a:solidFill>
                          <a:latin typeface="Calibri"/>
                          <a:ea typeface="Calibri"/>
                          <a:cs typeface="Calibri"/>
                          <a:sym typeface="Calibri"/>
                        </a:rPr>
                        <a:t>Memory Requirement: More </a:t>
                      </a:r>
                      <a:endParaRPr sz="1800" b="0"/>
                    </a:p>
                  </a:txBody>
                  <a:tcPr marL="91450" marR="91450" marT="45725" marB="45725"/>
                </a:tc>
                <a:tc>
                  <a:txBody>
                    <a:bodyPr/>
                    <a:lstStyle/>
                    <a:p>
                      <a:pPr marL="0" marR="0" lvl="0" indent="0" algn="l" rtl="0">
                        <a:spcBef>
                          <a:spcPts val="0"/>
                        </a:spcBef>
                        <a:spcAft>
                          <a:spcPts val="0"/>
                        </a:spcAft>
                        <a:buNone/>
                      </a:pPr>
                      <a:r>
                        <a:rPr lang="en-US" sz="1800" b="0">
                          <a:solidFill>
                            <a:schemeClr val="dk1"/>
                          </a:solidFill>
                          <a:latin typeface="Calibri"/>
                          <a:ea typeface="Calibri"/>
                          <a:cs typeface="Calibri"/>
                          <a:sym typeface="Calibri"/>
                        </a:rPr>
                        <a:t>Memory Requirement is Less</a:t>
                      </a:r>
                      <a:endParaRPr sz="1800" b="0"/>
                    </a:p>
                  </a:txBody>
                  <a:tcPr marL="91450" marR="91450" marT="45725" marB="45725"/>
                </a:tc>
                <a:extLst>
                  <a:ext uri="{0D108BD9-81ED-4DB2-BD59-A6C34878D82A}">
                    <a16:rowId xmlns:a16="http://schemas.microsoft.com/office/drawing/2014/main" val="10003"/>
                  </a:ext>
                </a:extLst>
              </a:tr>
              <a:tr h="1038575">
                <a:tc>
                  <a:txBody>
                    <a:bodyPr/>
                    <a:lstStyle/>
                    <a:p>
                      <a:pPr marL="0" marR="0" lvl="0" indent="0" algn="just" rtl="0">
                        <a:spcBef>
                          <a:spcPts val="0"/>
                        </a:spcBef>
                        <a:spcAft>
                          <a:spcPts val="0"/>
                        </a:spcAft>
                        <a:buNone/>
                      </a:pPr>
                      <a:r>
                        <a:rPr lang="en-US" sz="1800"/>
                        <a:t>Program need not be compiled every time . </a:t>
                      </a:r>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Every time higher level program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Is converted into lower level program. </a:t>
                      </a:r>
                      <a:endParaRPr sz="1800"/>
                    </a:p>
                  </a:txBody>
                  <a:tcPr marL="91450" marR="91450" marT="45725" marB="45725"/>
                </a:tc>
                <a:extLst>
                  <a:ext uri="{0D108BD9-81ED-4DB2-BD59-A6C34878D82A}">
                    <a16:rowId xmlns:a16="http://schemas.microsoft.com/office/drawing/2014/main" val="10004"/>
                  </a:ext>
                </a:extLst>
              </a:tr>
              <a:tr h="1038575">
                <a:tc>
                  <a:txBody>
                    <a:bodyPr/>
                    <a:lstStyle/>
                    <a:p>
                      <a:pPr marL="0" marR="0" lvl="0" indent="0" algn="just" rtl="0">
                        <a:spcBef>
                          <a:spcPts val="0"/>
                        </a:spcBef>
                        <a:spcAft>
                          <a:spcPts val="0"/>
                        </a:spcAft>
                        <a:buNone/>
                      </a:pPr>
                      <a:r>
                        <a:rPr lang="en-US" sz="1800"/>
                        <a:t>Lesser memory is required during execution</a:t>
                      </a:r>
                      <a:endParaRPr/>
                    </a:p>
                  </a:txBody>
                  <a:tcPr marL="91450" marR="91450" marT="45725" marB="45725"/>
                </a:tc>
                <a:tc>
                  <a:txBody>
                    <a:bodyPr/>
                    <a:lstStyle/>
                    <a:p>
                      <a:pPr marL="0" marR="0" lvl="0" indent="0" algn="l" rtl="0">
                        <a:spcBef>
                          <a:spcPts val="0"/>
                        </a:spcBef>
                        <a:spcAft>
                          <a:spcPts val="0"/>
                        </a:spcAft>
                        <a:buNone/>
                      </a:pPr>
                      <a:r>
                        <a:rPr lang="en-US" sz="1800"/>
                        <a:t>More memory is required during execution</a:t>
                      </a:r>
                      <a:endParaRP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3"/>
          <p:cNvSpPr txBox="1"/>
          <p:nvPr/>
        </p:nvSpPr>
        <p:spPr>
          <a:xfrm>
            <a:off x="335494" y="595100"/>
            <a:ext cx="3232896"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Lecture References</a:t>
            </a:r>
            <a:endParaRPr/>
          </a:p>
        </p:txBody>
      </p:sp>
      <p:sp>
        <p:nvSpPr>
          <p:cNvPr id="362" name="Google Shape;362;p23"/>
          <p:cNvSpPr txBox="1"/>
          <p:nvPr/>
        </p:nvSpPr>
        <p:spPr>
          <a:xfrm>
            <a:off x="783772" y="2435897"/>
            <a:ext cx="715195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Aho, R. Sethi and J. Ullman, </a:t>
            </a:r>
            <a:r>
              <a:rPr lang="en-US" sz="1800" b="1" i="1">
                <a:solidFill>
                  <a:schemeClr val="dk1"/>
                </a:solidFill>
                <a:latin typeface="Calibri"/>
                <a:ea typeface="Calibri"/>
                <a:cs typeface="Calibri"/>
                <a:sym typeface="Calibri"/>
              </a:rPr>
              <a:t>Compilers: Principles, Techniques and Tools</a:t>
            </a:r>
            <a:endParaRPr/>
          </a:p>
          <a:p>
            <a:pPr marL="0" marR="0" lvl="0" indent="0" algn="l" rtl="0">
              <a:spcBef>
                <a:spcPts val="0"/>
              </a:spcBef>
              <a:spcAft>
                <a:spcPts val="0"/>
              </a:spcAft>
              <a:buNone/>
            </a:pP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4"/>
          <p:cNvSpPr txBox="1"/>
          <p:nvPr/>
        </p:nvSpPr>
        <p:spPr>
          <a:xfrm>
            <a:off x="335494" y="595100"/>
            <a:ext cx="3232896"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References</a:t>
            </a:r>
            <a:endParaRPr/>
          </a:p>
        </p:txBody>
      </p:sp>
      <p:sp>
        <p:nvSpPr>
          <p:cNvPr id="368" name="Google Shape;368;p24"/>
          <p:cNvSpPr txBox="1"/>
          <p:nvPr/>
        </p:nvSpPr>
        <p:spPr>
          <a:xfrm>
            <a:off x="783772" y="243589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24"/>
          <p:cNvSpPr/>
          <p:nvPr/>
        </p:nvSpPr>
        <p:spPr>
          <a:xfrm>
            <a:off x="783771" y="2235816"/>
            <a:ext cx="6925323" cy="230832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orbel"/>
              <a:buAutoNum type="arabicPeriod"/>
            </a:pPr>
            <a:r>
              <a:rPr lang="en-US" sz="1800">
                <a:solidFill>
                  <a:schemeClr val="dk1"/>
                </a:solidFill>
                <a:latin typeface="Calibri"/>
                <a:ea typeface="Calibri"/>
                <a:cs typeface="Calibri"/>
                <a:sym typeface="Calibri"/>
              </a:rPr>
              <a:t>A. Aho, R. Sethi and J. Ullman, </a:t>
            </a:r>
            <a:r>
              <a:rPr lang="en-US" sz="1800" b="1" i="1">
                <a:solidFill>
                  <a:schemeClr val="dk1"/>
                </a:solidFill>
                <a:latin typeface="Calibri"/>
                <a:ea typeface="Calibri"/>
                <a:cs typeface="Calibri"/>
                <a:sym typeface="Calibri"/>
              </a:rPr>
              <a:t>Compilers: Principles, Techniques and Tools</a:t>
            </a: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a:p>
          <a:p>
            <a:pPr marL="342900" marR="0" lvl="0" indent="-228600" algn="l" rtl="0">
              <a:spcBef>
                <a:spcPts val="0"/>
              </a:spcBef>
              <a:spcAft>
                <a:spcPts val="0"/>
              </a:spcAft>
              <a:buClr>
                <a:schemeClr val="dk1"/>
              </a:buClr>
              <a:buSzPts val="1800"/>
              <a:buFont typeface="Corbe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orbel"/>
              <a:buAutoNum type="arabicPeriod"/>
            </a:pPr>
            <a:r>
              <a:rPr lang="en-US" sz="1800" b="1">
                <a:solidFill>
                  <a:schemeClr val="dk1"/>
                </a:solidFill>
                <a:latin typeface="Calibri"/>
                <a:ea typeface="Calibri"/>
                <a:cs typeface="Calibri"/>
                <a:sym typeface="Calibri"/>
              </a:rPr>
              <a:t>Principles of Compiler Design </a:t>
            </a:r>
            <a:r>
              <a:rPr lang="en-US" sz="1800">
                <a:solidFill>
                  <a:schemeClr val="dk1"/>
                </a:solidFill>
                <a:latin typeface="Calibri"/>
                <a:ea typeface="Calibri"/>
                <a:cs typeface="Calibri"/>
                <a:sym typeface="Calibri"/>
              </a:rPr>
              <a:t>(2nd Revised Edition 2009) A. A. Puntambekar</a:t>
            </a:r>
            <a:endParaRPr/>
          </a:p>
          <a:p>
            <a:pPr marL="342900" marR="0" lvl="0" indent="-228600" algn="l" rtl="0">
              <a:spcBef>
                <a:spcPts val="0"/>
              </a:spcBef>
              <a:spcAft>
                <a:spcPts val="0"/>
              </a:spcAft>
              <a:buClr>
                <a:schemeClr val="dk1"/>
              </a:buClr>
              <a:buSzPts val="1800"/>
              <a:buFont typeface="Corbe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rgbClr val="000000"/>
              </a:buClr>
              <a:buSzPts val="1800"/>
              <a:buFont typeface="Corbel"/>
              <a:buAutoNum type="arabicPeriod"/>
            </a:pPr>
            <a:r>
              <a:rPr lang="en-US" sz="1800">
                <a:solidFill>
                  <a:srgbClr val="000000"/>
                </a:solidFill>
                <a:latin typeface="Calibri"/>
                <a:ea typeface="Calibri"/>
                <a:cs typeface="Calibri"/>
                <a:sym typeface="Calibri"/>
              </a:rPr>
              <a:t>Basics of Compiler Design Torben Mogensen</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1123</Words>
  <Application>Microsoft Office PowerPoint</Application>
  <PresentationFormat>On-screen Show (4:3)</PresentationFormat>
  <Paragraphs>205</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Calibri</vt:lpstr>
      <vt:lpstr>Corbel</vt:lpstr>
      <vt:lpstr>Arial</vt:lpstr>
      <vt:lpstr>Noto Sans Symbols</vt:lpstr>
      <vt:lpstr>Spectrum</vt:lpstr>
      <vt:lpstr>Introduction To Compiler</vt:lpstr>
      <vt:lpstr>Lecture Outline</vt:lpstr>
      <vt:lpstr>Vision</vt:lpstr>
      <vt:lpstr>Mission</vt:lpstr>
      <vt:lpstr>Quality Policy</vt:lpstr>
      <vt:lpstr>Goals</vt:lpstr>
      <vt:lpstr>Vision of Computer Science Department</vt:lpstr>
      <vt:lpstr>Mission of Computer Science Department</vt:lpstr>
      <vt:lpstr>Objectives and Outcomes</vt:lpstr>
      <vt:lpstr>Basic things of a Compiler</vt:lpstr>
      <vt:lpstr>Basic things of a Compiler</vt:lpstr>
      <vt:lpstr>Language processors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Tohedul Islam</dc:creator>
  <cp:lastModifiedBy>SANJIDA AFROZ SHIMU</cp:lastModifiedBy>
  <cp:revision>4</cp:revision>
  <dcterms:created xsi:type="dcterms:W3CDTF">2020-04-25T17:58:10Z</dcterms:created>
  <dcterms:modified xsi:type="dcterms:W3CDTF">2025-10-27T10:18:43Z</dcterms:modified>
</cp:coreProperties>
</file>