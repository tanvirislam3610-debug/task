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300" r:id="rId9"/>
    <p:sldId id="298" r:id="rId10"/>
    <p:sldId id="307" r:id="rId11"/>
    <p:sldId id="308" r:id="rId12"/>
    <p:sldId id="309" r:id="rId13"/>
    <p:sldId id="310" r:id="rId14"/>
    <p:sldId id="312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6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9170807" y="3599399"/>
            <a:ext cx="2860326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Jubayer </a:t>
            </a:r>
            <a:r>
              <a:rPr lang="en-US" sz="2400" dirty="0" err="1">
                <a:solidFill>
                  <a:srgbClr val="7030A0"/>
                </a:solidFill>
              </a:rPr>
              <a:t>ahamed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extLst>
              <a:ext uri="{FF2B5EF4-FFF2-40B4-BE49-F238E27FC236}">
                <a16:creationId xmlns:a16="http://schemas.microsoft.com/office/drawing/2014/main" id="{344270E6-900A-ECC5-70F8-9779BC90F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54" y="467859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77D435-A5B1-F296-B90B-4CE6D7D1AC8D}"/>
              </a:ext>
            </a:extLst>
          </p:cNvPr>
          <p:cNvSpPr txBox="1"/>
          <p:nvPr/>
        </p:nvSpPr>
        <p:spPr>
          <a:xfrm>
            <a:off x="6438364" y="5487699"/>
            <a:ext cx="551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https://scholar.google.com/citations?view_op=list_works&amp;hl=en&amp;hl=en&amp;user=WXtW1XMAAAAJ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A5527B-1A92-9FCD-F5D8-1A8423289D66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1133</Words>
  <Application>Microsoft Office PowerPoint</Application>
  <PresentationFormat>Widescreen</PresentationFormat>
  <Paragraphs>131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ＭＳ Ｐゴシック</vt:lpstr>
      <vt:lpstr>PMingLiU</vt:lpstr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Jubayer Ahamed</cp:lastModifiedBy>
  <cp:revision>49</cp:revision>
  <dcterms:created xsi:type="dcterms:W3CDTF">2019-05-13T08:37:20Z</dcterms:created>
  <dcterms:modified xsi:type="dcterms:W3CDTF">2025-10-27T06:15:12Z</dcterms:modified>
</cp:coreProperties>
</file>